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70" r:id="rId3"/>
    <p:sldId id="260" r:id="rId4"/>
    <p:sldId id="261" r:id="rId5"/>
    <p:sldId id="279" r:id="rId6"/>
    <p:sldId id="271" r:id="rId7"/>
    <p:sldId id="264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DBBF6A-A540-4E50-8379-15AE5058B2C4}">
          <p14:sldIdLst>
            <p14:sldId id="256"/>
            <p14:sldId id="270"/>
            <p14:sldId id="260"/>
            <p14:sldId id="261"/>
            <p14:sldId id="279"/>
            <p14:sldId id="271"/>
            <p14:sldId id="264"/>
            <p14:sldId id="263"/>
            <p14:sldId id="265"/>
          </p14:sldIdLst>
        </p14:section>
        <p14:section name="Appendix" id="{AA17D5B7-4E6B-422C-AAAE-D7B40BF83B5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3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94" autoAdjust="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F5EA1-9C95-4948-8257-635541060A7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E9A84A9-1CBC-4562-8932-8C655F0CEFED}">
      <dgm:prSet custT="1"/>
      <dgm:spPr/>
      <dgm:t>
        <a:bodyPr/>
        <a:lstStyle/>
        <a:p>
          <a:r>
            <a:rPr lang="en-SG" sz="2000" b="1" u="none" dirty="0"/>
            <a:t>Business</a:t>
          </a:r>
        </a:p>
      </dgm:t>
    </dgm:pt>
    <dgm:pt modelId="{0FDB69EE-E01A-4CEC-9E4A-53D0037E25AF}" type="parTrans" cxnId="{9D561F9B-D40F-4B87-809C-E189016E725E}">
      <dgm:prSet/>
      <dgm:spPr/>
      <dgm:t>
        <a:bodyPr/>
        <a:lstStyle/>
        <a:p>
          <a:endParaRPr lang="en-SG"/>
        </a:p>
      </dgm:t>
    </dgm:pt>
    <dgm:pt modelId="{E3F3D327-810F-421E-B66D-AEE975450AC7}" type="sibTrans" cxnId="{9D561F9B-D40F-4B87-809C-E189016E725E}">
      <dgm:prSet/>
      <dgm:spPr/>
      <dgm:t>
        <a:bodyPr/>
        <a:lstStyle/>
        <a:p>
          <a:endParaRPr lang="en-SG"/>
        </a:p>
      </dgm:t>
    </dgm:pt>
    <dgm:pt modelId="{28F48650-713F-4BC0-98CB-6FD1593B3FDC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0" dirty="0"/>
            <a:t> Recommender systems help users </a:t>
          </a:r>
          <a:r>
            <a:rPr lang="en-SG" sz="1400" b="1" dirty="0"/>
            <a:t>discover relevant content faster</a:t>
          </a:r>
          <a:r>
            <a:rPr lang="en-SG" sz="1400" b="0" dirty="0"/>
            <a:t>, which </a:t>
          </a:r>
          <a:r>
            <a:rPr lang="en-SG" sz="1400" b="1" dirty="0"/>
            <a:t>can improve engagement </a:t>
          </a:r>
          <a:r>
            <a:rPr lang="en-SG" sz="1400" b="0" dirty="0"/>
            <a:t>(CTR, watch time) and </a:t>
          </a:r>
          <a:r>
            <a:rPr lang="en-SG" sz="1400" b="1" dirty="0"/>
            <a:t>retention</a:t>
          </a:r>
          <a:r>
            <a:rPr lang="en-SG" sz="1400" b="0" dirty="0"/>
            <a:t> in large catalogs.</a:t>
          </a:r>
        </a:p>
      </dgm:t>
    </dgm:pt>
    <dgm:pt modelId="{F5CCBCD0-02B7-4928-97F4-EB50F75615E4}" type="parTrans" cxnId="{A48D412E-437C-4FEA-9350-871167D90E67}">
      <dgm:prSet/>
      <dgm:spPr/>
      <dgm:t>
        <a:bodyPr/>
        <a:lstStyle/>
        <a:p>
          <a:endParaRPr lang="en-SG"/>
        </a:p>
      </dgm:t>
    </dgm:pt>
    <dgm:pt modelId="{4A23CC98-F3D7-4768-BAA6-B4DAEEFE82F0}" type="sibTrans" cxnId="{A48D412E-437C-4FEA-9350-871167D90E67}">
      <dgm:prSet/>
      <dgm:spPr/>
      <dgm:t>
        <a:bodyPr/>
        <a:lstStyle/>
        <a:p>
          <a:endParaRPr lang="en-SG"/>
        </a:p>
      </dgm:t>
    </dgm:pt>
    <dgm:pt modelId="{5AC010DA-E63C-4F94-BF57-5EFA05D75A1E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1" dirty="0"/>
            <a:t> Critical in large catalogs (movies, e-commerce, feeds) with limited user attention</a:t>
          </a:r>
        </a:p>
      </dgm:t>
    </dgm:pt>
    <dgm:pt modelId="{F4873F09-DC9F-4B55-A13C-3D46E3A9534C}" type="parTrans" cxnId="{B223B201-A224-4499-80EC-07B0BA1BC5E8}">
      <dgm:prSet/>
      <dgm:spPr/>
      <dgm:t>
        <a:bodyPr/>
        <a:lstStyle/>
        <a:p>
          <a:endParaRPr lang="en-SG"/>
        </a:p>
      </dgm:t>
    </dgm:pt>
    <dgm:pt modelId="{ED5134B4-9DBA-409C-BE46-317E9405A5B5}" type="sibTrans" cxnId="{B223B201-A224-4499-80EC-07B0BA1BC5E8}">
      <dgm:prSet/>
      <dgm:spPr/>
      <dgm:t>
        <a:bodyPr/>
        <a:lstStyle/>
        <a:p>
          <a:endParaRPr lang="en-SG"/>
        </a:p>
      </dgm:t>
    </dgm:pt>
    <dgm:pt modelId="{F62C5B83-8744-448E-870F-1BEACC356026}">
      <dgm:prSet custT="1"/>
      <dgm:spPr/>
      <dgm:t>
        <a:bodyPr/>
        <a:lstStyle/>
        <a:p>
          <a:r>
            <a:rPr lang="en-SG" sz="2000" b="1" u="none" dirty="0"/>
            <a:t>Dataset</a:t>
          </a:r>
        </a:p>
      </dgm:t>
    </dgm:pt>
    <dgm:pt modelId="{DAB04CEB-F490-4F85-B59B-8334F8A9991B}" type="parTrans" cxnId="{63B7F82D-9720-441E-9B78-6A1FE7376E51}">
      <dgm:prSet/>
      <dgm:spPr/>
      <dgm:t>
        <a:bodyPr/>
        <a:lstStyle/>
        <a:p>
          <a:endParaRPr lang="en-SG"/>
        </a:p>
      </dgm:t>
    </dgm:pt>
    <dgm:pt modelId="{C2321657-03E4-4FAA-A7F7-210D6E89B876}" type="sibTrans" cxnId="{63B7F82D-9720-441E-9B78-6A1FE7376E51}">
      <dgm:prSet/>
      <dgm:spPr/>
      <dgm:t>
        <a:bodyPr/>
        <a:lstStyle/>
        <a:p>
          <a:endParaRPr lang="en-SG"/>
        </a:p>
      </dgm:t>
    </dgm:pt>
    <dgm:pt modelId="{0AFE6E16-C7FF-4092-A00C-A625B08B4320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dirty="0"/>
            <a:t> Use the </a:t>
          </a:r>
          <a:r>
            <a:rPr lang="en-SG" sz="1400" b="1" dirty="0"/>
            <a:t>MovieLens 100k dataset </a:t>
          </a:r>
          <a:r>
            <a:rPr lang="en-SG" sz="1400" dirty="0"/>
            <a:t>as a </a:t>
          </a:r>
          <a:r>
            <a:rPr lang="en-SG" sz="1400" b="1" dirty="0"/>
            <a:t>representative example </a:t>
          </a:r>
          <a:r>
            <a:rPr lang="en-SG" sz="1400" dirty="0"/>
            <a:t>of </a:t>
          </a:r>
          <a:r>
            <a:rPr lang="en-SG" sz="1400" b="1" dirty="0"/>
            <a:t>user-item interactions with ratings and timestamps.
 </a:t>
          </a:r>
          <a:r>
            <a:rPr lang="en-SG" sz="1400" b="0" dirty="0"/>
            <a:t>Used as a </a:t>
          </a:r>
          <a:r>
            <a:rPr lang="en-SG" sz="1400" b="1" dirty="0"/>
            <a:t>proxy for viewing behavior and preference signals</a:t>
          </a:r>
        </a:p>
      </dgm:t>
    </dgm:pt>
    <dgm:pt modelId="{9262EC9E-A759-4E5C-B11D-0D39E34F0300}" type="parTrans" cxnId="{ADB5A0EA-D9F6-4904-BF9F-02FA1358702B}">
      <dgm:prSet/>
      <dgm:spPr/>
      <dgm:t>
        <a:bodyPr/>
        <a:lstStyle/>
        <a:p>
          <a:endParaRPr lang="en-SG"/>
        </a:p>
      </dgm:t>
    </dgm:pt>
    <dgm:pt modelId="{BF0CDB86-DF00-42EA-95B5-6AD3ED665C59}" type="sibTrans" cxnId="{ADB5A0EA-D9F6-4904-BF9F-02FA1358702B}">
      <dgm:prSet/>
      <dgm:spPr/>
      <dgm:t>
        <a:bodyPr/>
        <a:lstStyle/>
        <a:p>
          <a:endParaRPr lang="en-SG"/>
        </a:p>
      </dgm:t>
    </dgm:pt>
    <dgm:pt modelId="{01BC8C3D-0076-4497-93ED-213D72BECA65}" type="pres">
      <dgm:prSet presAssocID="{C0DF5EA1-9C95-4948-8257-635541060A77}" presName="linear" presStyleCnt="0">
        <dgm:presLayoutVars>
          <dgm:dir/>
          <dgm:animLvl val="lvl"/>
          <dgm:resizeHandles val="exact"/>
        </dgm:presLayoutVars>
      </dgm:prSet>
      <dgm:spPr/>
    </dgm:pt>
    <dgm:pt modelId="{3914EF41-F7E6-45B1-B7F6-37C5E3A508AC}" type="pres">
      <dgm:prSet presAssocID="{3E9A84A9-1CBC-4562-8932-8C655F0CEFED}" presName="parentLin" presStyleCnt="0"/>
      <dgm:spPr/>
    </dgm:pt>
    <dgm:pt modelId="{ADFD197E-A1D8-45AC-924D-D8D5B3B644A1}" type="pres">
      <dgm:prSet presAssocID="{3E9A84A9-1CBC-4562-8932-8C655F0CEFED}" presName="parentLeftMargin" presStyleLbl="node1" presStyleIdx="0" presStyleCnt="2"/>
      <dgm:spPr/>
    </dgm:pt>
    <dgm:pt modelId="{2A2B5F5A-0955-4A24-AE6C-AAF8FDC2D0E9}" type="pres">
      <dgm:prSet presAssocID="{3E9A84A9-1CBC-4562-8932-8C655F0CEF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B7DF4F-CB2B-4D7B-9DD7-8545D526EF18}" type="pres">
      <dgm:prSet presAssocID="{3E9A84A9-1CBC-4562-8932-8C655F0CEFED}" presName="negativeSpace" presStyleCnt="0"/>
      <dgm:spPr/>
    </dgm:pt>
    <dgm:pt modelId="{56F85C35-F699-4640-B952-1E19D48E42FC}" type="pres">
      <dgm:prSet presAssocID="{3E9A84A9-1CBC-4562-8932-8C655F0CEFED}" presName="childText" presStyleLbl="conFgAcc1" presStyleIdx="0" presStyleCnt="2">
        <dgm:presLayoutVars>
          <dgm:bulletEnabled val="1"/>
        </dgm:presLayoutVars>
      </dgm:prSet>
      <dgm:spPr/>
    </dgm:pt>
    <dgm:pt modelId="{E68DED93-93BB-419F-9F11-32FC9FC6D2D1}" type="pres">
      <dgm:prSet presAssocID="{E3F3D327-810F-421E-B66D-AEE975450AC7}" presName="spaceBetweenRectangles" presStyleCnt="0"/>
      <dgm:spPr/>
    </dgm:pt>
    <dgm:pt modelId="{08C5B6C3-9CB8-48FB-B35C-096031EEA500}" type="pres">
      <dgm:prSet presAssocID="{F62C5B83-8744-448E-870F-1BEACC356026}" presName="parentLin" presStyleCnt="0"/>
      <dgm:spPr/>
    </dgm:pt>
    <dgm:pt modelId="{ECD152D7-887A-46FE-B022-DFCD329C8F4F}" type="pres">
      <dgm:prSet presAssocID="{F62C5B83-8744-448E-870F-1BEACC356026}" presName="parentLeftMargin" presStyleLbl="node1" presStyleIdx="0" presStyleCnt="2"/>
      <dgm:spPr/>
    </dgm:pt>
    <dgm:pt modelId="{6657E7CD-1802-4279-A7A5-C928EBC98B73}" type="pres">
      <dgm:prSet presAssocID="{F62C5B83-8744-448E-870F-1BEACC35602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59A1D68-2A70-4AAD-8112-CA18C48E1F3C}" type="pres">
      <dgm:prSet presAssocID="{F62C5B83-8744-448E-870F-1BEACC356026}" presName="negativeSpace" presStyleCnt="0"/>
      <dgm:spPr/>
    </dgm:pt>
    <dgm:pt modelId="{F9660ED3-7E34-4DC3-9E46-435268952735}" type="pres">
      <dgm:prSet presAssocID="{F62C5B83-8744-448E-870F-1BEACC35602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223B201-A224-4499-80EC-07B0BA1BC5E8}" srcId="{3E9A84A9-1CBC-4562-8932-8C655F0CEFED}" destId="{5AC010DA-E63C-4F94-BF57-5EFA05D75A1E}" srcOrd="1" destOrd="0" parTransId="{F4873F09-DC9F-4B55-A13C-3D46E3A9534C}" sibTransId="{ED5134B4-9DBA-409C-BE46-317E9405A5B5}"/>
    <dgm:cxn modelId="{B7158B17-1D4C-42B7-B2FE-F6ABB797D821}" type="presOf" srcId="{3E9A84A9-1CBC-4562-8932-8C655F0CEFED}" destId="{ADFD197E-A1D8-45AC-924D-D8D5B3B644A1}" srcOrd="0" destOrd="0" presId="urn:microsoft.com/office/officeart/2005/8/layout/list1"/>
    <dgm:cxn modelId="{25B91E28-7649-4E12-80C0-0A238EFDA899}" type="presOf" srcId="{5AC010DA-E63C-4F94-BF57-5EFA05D75A1E}" destId="{56F85C35-F699-4640-B952-1E19D48E42FC}" srcOrd="0" destOrd="1" presId="urn:microsoft.com/office/officeart/2005/8/layout/list1"/>
    <dgm:cxn modelId="{63B7F82D-9720-441E-9B78-6A1FE7376E51}" srcId="{C0DF5EA1-9C95-4948-8257-635541060A77}" destId="{F62C5B83-8744-448E-870F-1BEACC356026}" srcOrd="1" destOrd="0" parTransId="{DAB04CEB-F490-4F85-B59B-8334F8A9991B}" sibTransId="{C2321657-03E4-4FAA-A7F7-210D6E89B876}"/>
    <dgm:cxn modelId="{A48D412E-437C-4FEA-9350-871167D90E67}" srcId="{3E9A84A9-1CBC-4562-8932-8C655F0CEFED}" destId="{28F48650-713F-4BC0-98CB-6FD1593B3FDC}" srcOrd="0" destOrd="0" parTransId="{F5CCBCD0-02B7-4928-97F4-EB50F75615E4}" sibTransId="{4A23CC98-F3D7-4768-BAA6-B4DAEEFE82F0}"/>
    <dgm:cxn modelId="{1522515E-E07B-4960-9FFF-E4C78D6728DE}" type="presOf" srcId="{28F48650-713F-4BC0-98CB-6FD1593B3FDC}" destId="{56F85C35-F699-4640-B952-1E19D48E42FC}" srcOrd="0" destOrd="0" presId="urn:microsoft.com/office/officeart/2005/8/layout/list1"/>
    <dgm:cxn modelId="{0A10E869-38CE-4FE8-A3F6-CB09733A098E}" type="presOf" srcId="{0AFE6E16-C7FF-4092-A00C-A625B08B4320}" destId="{F9660ED3-7E34-4DC3-9E46-435268952735}" srcOrd="0" destOrd="0" presId="urn:microsoft.com/office/officeart/2005/8/layout/list1"/>
    <dgm:cxn modelId="{57258979-91C9-42AA-9ED0-393269CE0EF6}" type="presOf" srcId="{C0DF5EA1-9C95-4948-8257-635541060A77}" destId="{01BC8C3D-0076-4497-93ED-213D72BECA65}" srcOrd="0" destOrd="0" presId="urn:microsoft.com/office/officeart/2005/8/layout/list1"/>
    <dgm:cxn modelId="{9D561F9B-D40F-4B87-809C-E189016E725E}" srcId="{C0DF5EA1-9C95-4948-8257-635541060A77}" destId="{3E9A84A9-1CBC-4562-8932-8C655F0CEFED}" srcOrd="0" destOrd="0" parTransId="{0FDB69EE-E01A-4CEC-9E4A-53D0037E25AF}" sibTransId="{E3F3D327-810F-421E-B66D-AEE975450AC7}"/>
    <dgm:cxn modelId="{83A4DFCF-9781-4BED-965B-A88EB02AC52C}" type="presOf" srcId="{F62C5B83-8744-448E-870F-1BEACC356026}" destId="{ECD152D7-887A-46FE-B022-DFCD329C8F4F}" srcOrd="0" destOrd="0" presId="urn:microsoft.com/office/officeart/2005/8/layout/list1"/>
    <dgm:cxn modelId="{C0E2F4E0-1DBB-4331-A3A4-D02F33338072}" type="presOf" srcId="{F62C5B83-8744-448E-870F-1BEACC356026}" destId="{6657E7CD-1802-4279-A7A5-C928EBC98B73}" srcOrd="1" destOrd="0" presId="urn:microsoft.com/office/officeart/2005/8/layout/list1"/>
    <dgm:cxn modelId="{ADB5A0EA-D9F6-4904-BF9F-02FA1358702B}" srcId="{F62C5B83-8744-448E-870F-1BEACC356026}" destId="{0AFE6E16-C7FF-4092-A00C-A625B08B4320}" srcOrd="0" destOrd="0" parTransId="{9262EC9E-A759-4E5C-B11D-0D39E34F0300}" sibTransId="{BF0CDB86-DF00-42EA-95B5-6AD3ED665C59}"/>
    <dgm:cxn modelId="{0DC2F0EF-953B-4BF5-8F94-6804981A8CDE}" type="presOf" srcId="{3E9A84A9-1CBC-4562-8932-8C655F0CEFED}" destId="{2A2B5F5A-0955-4A24-AE6C-AAF8FDC2D0E9}" srcOrd="1" destOrd="0" presId="urn:microsoft.com/office/officeart/2005/8/layout/list1"/>
    <dgm:cxn modelId="{EBB9FC04-3B39-4125-BDC2-A864371102F4}" type="presParOf" srcId="{01BC8C3D-0076-4497-93ED-213D72BECA65}" destId="{3914EF41-F7E6-45B1-B7F6-37C5E3A508AC}" srcOrd="0" destOrd="0" presId="urn:microsoft.com/office/officeart/2005/8/layout/list1"/>
    <dgm:cxn modelId="{4A2FC25E-BD12-4543-95DB-2068259DB24C}" type="presParOf" srcId="{3914EF41-F7E6-45B1-B7F6-37C5E3A508AC}" destId="{ADFD197E-A1D8-45AC-924D-D8D5B3B644A1}" srcOrd="0" destOrd="0" presId="urn:microsoft.com/office/officeart/2005/8/layout/list1"/>
    <dgm:cxn modelId="{4F313B09-E59E-4C1E-8334-61D266196D05}" type="presParOf" srcId="{3914EF41-F7E6-45B1-B7F6-37C5E3A508AC}" destId="{2A2B5F5A-0955-4A24-AE6C-AAF8FDC2D0E9}" srcOrd="1" destOrd="0" presId="urn:microsoft.com/office/officeart/2005/8/layout/list1"/>
    <dgm:cxn modelId="{10F388F0-B296-4E50-A116-3E416C364E98}" type="presParOf" srcId="{01BC8C3D-0076-4497-93ED-213D72BECA65}" destId="{03B7DF4F-CB2B-4D7B-9DD7-8545D526EF18}" srcOrd="1" destOrd="0" presId="urn:microsoft.com/office/officeart/2005/8/layout/list1"/>
    <dgm:cxn modelId="{D79ACFB9-086B-4196-BA12-A25ED83C0433}" type="presParOf" srcId="{01BC8C3D-0076-4497-93ED-213D72BECA65}" destId="{56F85C35-F699-4640-B952-1E19D48E42FC}" srcOrd="2" destOrd="0" presId="urn:microsoft.com/office/officeart/2005/8/layout/list1"/>
    <dgm:cxn modelId="{3C76F48C-23C5-4BD2-9575-4AF8BF056F9C}" type="presParOf" srcId="{01BC8C3D-0076-4497-93ED-213D72BECA65}" destId="{E68DED93-93BB-419F-9F11-32FC9FC6D2D1}" srcOrd="3" destOrd="0" presId="urn:microsoft.com/office/officeart/2005/8/layout/list1"/>
    <dgm:cxn modelId="{75A9DBA4-BADA-49F1-94A3-23D9234355A2}" type="presParOf" srcId="{01BC8C3D-0076-4497-93ED-213D72BECA65}" destId="{08C5B6C3-9CB8-48FB-B35C-096031EEA500}" srcOrd="4" destOrd="0" presId="urn:microsoft.com/office/officeart/2005/8/layout/list1"/>
    <dgm:cxn modelId="{8F102328-E19A-4775-9687-DECA441A5B5A}" type="presParOf" srcId="{08C5B6C3-9CB8-48FB-B35C-096031EEA500}" destId="{ECD152D7-887A-46FE-B022-DFCD329C8F4F}" srcOrd="0" destOrd="0" presId="urn:microsoft.com/office/officeart/2005/8/layout/list1"/>
    <dgm:cxn modelId="{2429F2B7-DDB2-4667-91C1-55388798181F}" type="presParOf" srcId="{08C5B6C3-9CB8-48FB-B35C-096031EEA500}" destId="{6657E7CD-1802-4279-A7A5-C928EBC98B73}" srcOrd="1" destOrd="0" presId="urn:microsoft.com/office/officeart/2005/8/layout/list1"/>
    <dgm:cxn modelId="{F795F294-BB52-4EFC-B3D4-6CC0A2810AF4}" type="presParOf" srcId="{01BC8C3D-0076-4497-93ED-213D72BECA65}" destId="{A59A1D68-2A70-4AAD-8112-CA18C48E1F3C}" srcOrd="5" destOrd="0" presId="urn:microsoft.com/office/officeart/2005/8/layout/list1"/>
    <dgm:cxn modelId="{45FF4550-20DC-4A02-9EB4-D65B7BE277E3}" type="presParOf" srcId="{01BC8C3D-0076-4497-93ED-213D72BECA65}" destId="{F9660ED3-7E34-4DC3-9E46-43526895273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117063-61AF-476E-ABAA-EECF7F106B0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9A3F94BA-D4CD-443B-9CCD-1D3415125A95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2000" b="1" dirty="0"/>
            <a:t>Problem Framing</a:t>
          </a:r>
          <a:endParaRPr lang="en-SG" sz="2000" b="1" u="none" dirty="0"/>
        </a:p>
      </dgm:t>
    </dgm:pt>
    <dgm:pt modelId="{65A2730D-C3F4-4A41-8D62-F622B9AAF131}" type="parTrans" cxnId="{D53A62A3-A929-4C66-9FBD-AE6D0FB14B44}">
      <dgm:prSet/>
      <dgm:spPr/>
      <dgm:t>
        <a:bodyPr/>
        <a:lstStyle/>
        <a:p>
          <a:endParaRPr lang="en-SG"/>
        </a:p>
      </dgm:t>
    </dgm:pt>
    <dgm:pt modelId="{44B9775F-5AA1-4CD9-9570-8F37F7500415}" type="sibTrans" cxnId="{D53A62A3-A929-4C66-9FBD-AE6D0FB14B44}">
      <dgm:prSet/>
      <dgm:spPr/>
      <dgm:t>
        <a:bodyPr/>
        <a:lstStyle/>
        <a:p>
          <a:endParaRPr lang="en-SG"/>
        </a:p>
      </dgm:t>
    </dgm:pt>
    <dgm:pt modelId="{3FBF6C5C-7886-4133-9FAD-17F458C457BE}">
      <dgm:prSet custT="1"/>
      <dgm:spPr/>
      <dgm:t>
        <a:bodyPr/>
        <a:lstStyle/>
        <a:p>
          <a:r>
            <a:rPr lang="en-SG" sz="2000" b="1" u="none" dirty="0"/>
            <a:t>Expected Outcome </a:t>
          </a:r>
        </a:p>
      </dgm:t>
    </dgm:pt>
    <dgm:pt modelId="{AA3C1A06-30C8-44C4-9FAF-D13D68C9C6AC}" type="parTrans" cxnId="{4107962C-58A0-4697-983D-DD4C3FA2ED2E}">
      <dgm:prSet/>
      <dgm:spPr/>
      <dgm:t>
        <a:bodyPr/>
        <a:lstStyle/>
        <a:p>
          <a:endParaRPr lang="en-SG"/>
        </a:p>
      </dgm:t>
    </dgm:pt>
    <dgm:pt modelId="{11023DEA-C8CA-4FDC-B50D-E7976FEB7988}" type="sibTrans" cxnId="{4107962C-58A0-4697-983D-DD4C3FA2ED2E}">
      <dgm:prSet/>
      <dgm:spPr/>
      <dgm:t>
        <a:bodyPr/>
        <a:lstStyle/>
        <a:p>
          <a:endParaRPr lang="en-SG"/>
        </a:p>
      </dgm:t>
    </dgm:pt>
    <dgm:pt modelId="{B1349BAB-938A-47C6-A4BE-C8DA5C5D1D2E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b="1" dirty="0"/>
            <a:t>Hypothesis: Personalized recommendations outperform non-personalized baseline</a:t>
          </a:r>
        </a:p>
      </dgm:t>
    </dgm:pt>
    <dgm:pt modelId="{DF9524DD-B451-4D39-BB7C-AC25881DB331}" type="parTrans" cxnId="{BA12CAB0-D494-45EA-989A-15CBDC835CF5}">
      <dgm:prSet/>
      <dgm:spPr/>
      <dgm:t>
        <a:bodyPr/>
        <a:lstStyle/>
        <a:p>
          <a:endParaRPr lang="en-SG"/>
        </a:p>
      </dgm:t>
    </dgm:pt>
    <dgm:pt modelId="{5BDD09A2-246F-4623-9FED-A70D3E28A60D}" type="sibTrans" cxnId="{BA12CAB0-D494-45EA-989A-15CBDC835CF5}">
      <dgm:prSet/>
      <dgm:spPr/>
      <dgm:t>
        <a:bodyPr/>
        <a:lstStyle/>
        <a:p>
          <a:endParaRPr lang="en-SG"/>
        </a:p>
      </dgm:t>
    </dgm:pt>
    <dgm:pt modelId="{7C5F3DE9-CCD1-4BF5-88D3-4F5FF04A88C1}">
      <dgm:prSet custT="1"/>
      <dgm:spPr/>
      <dgm:t>
        <a:bodyPr/>
        <a:lstStyle/>
        <a:p>
          <a:pPr marL="0" indent="0">
            <a:buFont typeface="Wingdings" panose="05000000000000000000" pitchFamily="2" charset="2"/>
            <a:buNone/>
          </a:pPr>
          <a:r>
            <a:rPr lang="en-SG" sz="1400" b="1" i="0" dirty="0"/>
            <a:t>Ranking problem – rank items by predicting user preference from historical behavior. </a:t>
          </a:r>
          <a:endParaRPr lang="en-SG" sz="1400" b="1" dirty="0"/>
        </a:p>
      </dgm:t>
    </dgm:pt>
    <dgm:pt modelId="{DC3BCCE6-0B9C-430A-989E-80C7154361B1}" type="parTrans" cxnId="{B55FE00B-3A59-429B-9679-3A9FE9C30441}">
      <dgm:prSet/>
      <dgm:spPr/>
      <dgm:t>
        <a:bodyPr/>
        <a:lstStyle/>
        <a:p>
          <a:endParaRPr lang="en-SG"/>
        </a:p>
      </dgm:t>
    </dgm:pt>
    <dgm:pt modelId="{8B4DCFF2-6219-4D95-B6FA-07CEC3874D68}" type="sibTrans" cxnId="{B55FE00B-3A59-429B-9679-3A9FE9C30441}">
      <dgm:prSet/>
      <dgm:spPr/>
      <dgm:t>
        <a:bodyPr/>
        <a:lstStyle/>
        <a:p>
          <a:endParaRPr lang="en-SG"/>
        </a:p>
      </dgm:t>
    </dgm:pt>
    <dgm:pt modelId="{487D82C3-170A-4E75-80AA-A01F04D66985}">
      <dgm:prSet custT="1"/>
      <dgm:spPr/>
      <dgm:t>
        <a:bodyPr/>
        <a:lstStyle/>
        <a:p>
          <a:r>
            <a:rPr lang="en-SG" sz="2000" b="1" u="none" dirty="0"/>
            <a:t>Decision Framing</a:t>
          </a:r>
        </a:p>
      </dgm:t>
    </dgm:pt>
    <dgm:pt modelId="{B56BA67D-EAEB-4284-8105-BF124216BDE2}" type="parTrans" cxnId="{E24E9419-CC38-4CDB-AD19-B9481B45DE47}">
      <dgm:prSet/>
      <dgm:spPr/>
      <dgm:t>
        <a:bodyPr/>
        <a:lstStyle/>
        <a:p>
          <a:endParaRPr lang="en-SG"/>
        </a:p>
      </dgm:t>
    </dgm:pt>
    <dgm:pt modelId="{BC1CC8D1-FF04-48EF-93D6-FA8747044256}" type="sibTrans" cxnId="{E24E9419-CC38-4CDB-AD19-B9481B45DE47}">
      <dgm:prSet/>
      <dgm:spPr/>
      <dgm:t>
        <a:bodyPr/>
        <a:lstStyle/>
        <a:p>
          <a:endParaRPr lang="en-SG"/>
        </a:p>
      </dgm:t>
    </dgm:pt>
    <dgm:pt modelId="{DCB33226-3F64-4BCF-84A9-53DF73F458C8}">
      <dgm:prSet custT="1"/>
      <dgm:spPr/>
      <dgm:t>
        <a:bodyPr/>
        <a:lstStyle/>
        <a:p>
          <a:pPr marL="0" indent="0" algn="just">
            <a:buFont typeface="Arial" panose="020B0604020202020204" pitchFamily="34" charset="0"/>
            <a:buNone/>
          </a:pPr>
          <a:r>
            <a:rPr lang="en-SG" sz="1400" b="1" dirty="0"/>
            <a:t>Business objective: </a:t>
          </a:r>
          <a:r>
            <a:rPr lang="en-SG" sz="1400" b="1" i="0" dirty="0"/>
            <a:t>Rank items for each user to maximize user interaction, under</a:t>
          </a:r>
          <a:endParaRPr lang="en-SG" sz="1400" b="1" dirty="0"/>
        </a:p>
      </dgm:t>
    </dgm:pt>
    <dgm:pt modelId="{6D310D87-EF8F-4AEB-9029-0C0AE9E7F732}" type="parTrans" cxnId="{25DA7EA6-F286-427F-B0AF-50FC1498166E}">
      <dgm:prSet/>
      <dgm:spPr/>
      <dgm:t>
        <a:bodyPr/>
        <a:lstStyle/>
        <a:p>
          <a:endParaRPr lang="en-SG"/>
        </a:p>
      </dgm:t>
    </dgm:pt>
    <dgm:pt modelId="{A5CB7B81-3203-4F9B-81BF-BDCCE405E48B}" type="sibTrans" cxnId="{25DA7EA6-F286-427F-B0AF-50FC1498166E}">
      <dgm:prSet/>
      <dgm:spPr/>
      <dgm:t>
        <a:bodyPr/>
        <a:lstStyle/>
        <a:p>
          <a:endParaRPr lang="en-SG"/>
        </a:p>
      </dgm:t>
    </dgm:pt>
    <dgm:pt modelId="{A7534131-2B3C-48BD-B8C3-0CE62023BD9E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Limited screen space</a:t>
          </a:r>
          <a:endParaRPr lang="en-SG" sz="1400" b="1" dirty="0"/>
        </a:p>
      </dgm:t>
    </dgm:pt>
    <dgm:pt modelId="{67BEAF3F-BB7C-45B7-8671-0C2EC70BB8D4}" type="parTrans" cxnId="{CC882D61-8059-4B8C-BD66-E03D4E1D500A}">
      <dgm:prSet/>
      <dgm:spPr/>
      <dgm:t>
        <a:bodyPr/>
        <a:lstStyle/>
        <a:p>
          <a:endParaRPr lang="en-SG"/>
        </a:p>
      </dgm:t>
    </dgm:pt>
    <dgm:pt modelId="{B49416C0-0B70-437C-A4C5-F1B90FF0B530}" type="sibTrans" cxnId="{CC882D61-8059-4B8C-BD66-E03D4E1D500A}">
      <dgm:prSet/>
      <dgm:spPr/>
      <dgm:t>
        <a:bodyPr/>
        <a:lstStyle/>
        <a:p>
          <a:endParaRPr lang="en-SG"/>
        </a:p>
      </dgm:t>
    </dgm:pt>
    <dgm:pt modelId="{99E9FDF9-A15C-4A53-8200-44896B03A6A6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Large candidate pool</a:t>
          </a:r>
        </a:p>
      </dgm:t>
    </dgm:pt>
    <dgm:pt modelId="{97EC1045-9AA6-49A1-9CAB-878D7111D54B}" type="parTrans" cxnId="{A4C85E84-8700-48B9-AFA2-3791457F731A}">
      <dgm:prSet/>
      <dgm:spPr/>
      <dgm:t>
        <a:bodyPr/>
        <a:lstStyle/>
        <a:p>
          <a:endParaRPr lang="en-SG"/>
        </a:p>
      </dgm:t>
    </dgm:pt>
    <dgm:pt modelId="{09BA11AE-7FE7-48A8-82EA-89C39283D3E7}" type="sibTrans" cxnId="{A4C85E84-8700-48B9-AFA2-3791457F731A}">
      <dgm:prSet/>
      <dgm:spPr/>
      <dgm:t>
        <a:bodyPr/>
        <a:lstStyle/>
        <a:p>
          <a:endParaRPr lang="en-SG"/>
        </a:p>
      </dgm:t>
    </dgm:pt>
    <dgm:pt modelId="{7D201D48-7BB9-426C-A36B-FED1FF7EBEC6}">
      <dgm:prSet custT="1"/>
      <dgm:spPr/>
      <dgm:t>
        <a:bodyPr/>
        <a:lstStyle/>
        <a:p>
          <a:pPr marL="0" indent="0">
            <a:buFont typeface="Wingdings" panose="05000000000000000000" pitchFamily="2" charset="2"/>
            <a:buNone/>
          </a:pPr>
          <a:r>
            <a:rPr lang="en-SG" sz="1400" b="0" i="1" dirty="0"/>
            <a:t>“Given limited recommendation slots (Top-K), how do we rank items to maximize relevance?”</a:t>
          </a:r>
        </a:p>
      </dgm:t>
    </dgm:pt>
    <dgm:pt modelId="{DE00F66F-3D1C-4A6B-B831-67AFE361AFA3}" type="parTrans" cxnId="{CBAF829B-8143-4582-A653-E55292C7093D}">
      <dgm:prSet/>
      <dgm:spPr/>
      <dgm:t>
        <a:bodyPr/>
        <a:lstStyle/>
        <a:p>
          <a:endParaRPr lang="en-SG"/>
        </a:p>
      </dgm:t>
    </dgm:pt>
    <dgm:pt modelId="{C70BFD56-B603-4E59-9E82-5243BE06D232}" type="sibTrans" cxnId="{CBAF829B-8143-4582-A653-E55292C7093D}">
      <dgm:prSet/>
      <dgm:spPr/>
      <dgm:t>
        <a:bodyPr/>
        <a:lstStyle/>
        <a:p>
          <a:endParaRPr lang="en-SG"/>
        </a:p>
      </dgm:t>
    </dgm:pt>
    <dgm:pt modelId="{CA395645-460A-4F9B-BE51-406AA816D3A7}" type="pres">
      <dgm:prSet presAssocID="{40117063-61AF-476E-ABAA-EECF7F106B05}" presName="linear" presStyleCnt="0">
        <dgm:presLayoutVars>
          <dgm:dir/>
          <dgm:animLvl val="lvl"/>
          <dgm:resizeHandles val="exact"/>
        </dgm:presLayoutVars>
      </dgm:prSet>
      <dgm:spPr/>
    </dgm:pt>
    <dgm:pt modelId="{94584124-29D6-4F1C-B5E8-F01027A658C0}" type="pres">
      <dgm:prSet presAssocID="{9A3F94BA-D4CD-443B-9CCD-1D3415125A95}" presName="parentLin" presStyleCnt="0"/>
      <dgm:spPr/>
    </dgm:pt>
    <dgm:pt modelId="{7529894F-703E-4536-948D-48115D7FE654}" type="pres">
      <dgm:prSet presAssocID="{9A3F94BA-D4CD-443B-9CCD-1D3415125A95}" presName="parentLeftMargin" presStyleLbl="node1" presStyleIdx="0" presStyleCnt="3"/>
      <dgm:spPr/>
    </dgm:pt>
    <dgm:pt modelId="{EE2B6593-F95C-4533-9EEC-E3F4862A0944}" type="pres">
      <dgm:prSet presAssocID="{9A3F94BA-D4CD-443B-9CCD-1D3415125A9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2A9C1F-3679-4138-A43B-37B5BD31EC1A}" type="pres">
      <dgm:prSet presAssocID="{9A3F94BA-D4CD-443B-9CCD-1D3415125A95}" presName="negativeSpace" presStyleCnt="0"/>
      <dgm:spPr/>
    </dgm:pt>
    <dgm:pt modelId="{17F024A1-96FB-4F3B-913E-2E39FA1EC4BB}" type="pres">
      <dgm:prSet presAssocID="{9A3F94BA-D4CD-443B-9CCD-1D3415125A95}" presName="childText" presStyleLbl="conFgAcc1" presStyleIdx="0" presStyleCnt="3">
        <dgm:presLayoutVars>
          <dgm:bulletEnabled val="1"/>
        </dgm:presLayoutVars>
      </dgm:prSet>
      <dgm:spPr/>
    </dgm:pt>
    <dgm:pt modelId="{7FBDF750-CD12-4DD6-AAC3-BD76F946133D}" type="pres">
      <dgm:prSet presAssocID="{44B9775F-5AA1-4CD9-9570-8F37F7500415}" presName="spaceBetweenRectangles" presStyleCnt="0"/>
      <dgm:spPr/>
    </dgm:pt>
    <dgm:pt modelId="{CECEE90B-601A-4016-A00D-4AB482108199}" type="pres">
      <dgm:prSet presAssocID="{487D82C3-170A-4E75-80AA-A01F04D66985}" presName="parentLin" presStyleCnt="0"/>
      <dgm:spPr/>
    </dgm:pt>
    <dgm:pt modelId="{E8B85F60-4967-42B5-A57F-831935A0E54B}" type="pres">
      <dgm:prSet presAssocID="{487D82C3-170A-4E75-80AA-A01F04D66985}" presName="parentLeftMargin" presStyleLbl="node1" presStyleIdx="0" presStyleCnt="3"/>
      <dgm:spPr/>
    </dgm:pt>
    <dgm:pt modelId="{696B1520-5391-45CE-8D80-CDC7E53A8339}" type="pres">
      <dgm:prSet presAssocID="{487D82C3-170A-4E75-80AA-A01F04D669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572ED0-86BB-4B9E-B34E-016C71F1D26F}" type="pres">
      <dgm:prSet presAssocID="{487D82C3-170A-4E75-80AA-A01F04D66985}" presName="negativeSpace" presStyleCnt="0"/>
      <dgm:spPr/>
    </dgm:pt>
    <dgm:pt modelId="{478EAEA9-2F49-4F4A-8C8C-401919DFA9DC}" type="pres">
      <dgm:prSet presAssocID="{487D82C3-170A-4E75-80AA-A01F04D66985}" presName="childText" presStyleLbl="conFgAcc1" presStyleIdx="1" presStyleCnt="3">
        <dgm:presLayoutVars>
          <dgm:bulletEnabled val="1"/>
        </dgm:presLayoutVars>
      </dgm:prSet>
      <dgm:spPr/>
    </dgm:pt>
    <dgm:pt modelId="{003BD4D7-097D-4C3A-B95D-D2CF95F3816D}" type="pres">
      <dgm:prSet presAssocID="{BC1CC8D1-FF04-48EF-93D6-FA8747044256}" presName="spaceBetweenRectangles" presStyleCnt="0"/>
      <dgm:spPr/>
    </dgm:pt>
    <dgm:pt modelId="{5BC94AE0-F600-475A-B18F-28716058F84D}" type="pres">
      <dgm:prSet presAssocID="{3FBF6C5C-7886-4133-9FAD-17F458C457BE}" presName="parentLin" presStyleCnt="0"/>
      <dgm:spPr/>
    </dgm:pt>
    <dgm:pt modelId="{7DA7A759-CCD0-43BF-BA7A-6DE2A425C8E3}" type="pres">
      <dgm:prSet presAssocID="{3FBF6C5C-7886-4133-9FAD-17F458C457BE}" presName="parentLeftMargin" presStyleLbl="node1" presStyleIdx="1" presStyleCnt="3"/>
      <dgm:spPr/>
    </dgm:pt>
    <dgm:pt modelId="{32115CBE-AE60-462E-BB10-40328303548E}" type="pres">
      <dgm:prSet presAssocID="{3FBF6C5C-7886-4133-9FAD-17F458C457B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AE78EE-1519-4F16-A36C-7AB6408AB5B4}" type="pres">
      <dgm:prSet presAssocID="{3FBF6C5C-7886-4133-9FAD-17F458C457BE}" presName="negativeSpace" presStyleCnt="0"/>
      <dgm:spPr/>
    </dgm:pt>
    <dgm:pt modelId="{B121D308-35EA-4FEE-95DF-151836922AAF}" type="pres">
      <dgm:prSet presAssocID="{3FBF6C5C-7886-4133-9FAD-17F458C457B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928BB01-4249-452F-AAD2-F6709B27B41F}" type="presOf" srcId="{99E9FDF9-A15C-4A53-8200-44896B03A6A6}" destId="{478EAEA9-2F49-4F4A-8C8C-401919DFA9DC}" srcOrd="0" destOrd="2" presId="urn:microsoft.com/office/officeart/2005/8/layout/list1"/>
    <dgm:cxn modelId="{B55FE00B-3A59-429B-9679-3A9FE9C30441}" srcId="{9A3F94BA-D4CD-443B-9CCD-1D3415125A95}" destId="{7C5F3DE9-CCD1-4BF5-88D3-4F5FF04A88C1}" srcOrd="0" destOrd="0" parTransId="{DC3BCCE6-0B9C-430A-989E-80C7154361B1}" sibTransId="{8B4DCFF2-6219-4D95-B6FA-07CEC3874D68}"/>
    <dgm:cxn modelId="{89C54214-9154-4F61-8D10-B7230DC8DC10}" type="presOf" srcId="{3FBF6C5C-7886-4133-9FAD-17F458C457BE}" destId="{7DA7A759-CCD0-43BF-BA7A-6DE2A425C8E3}" srcOrd="0" destOrd="0" presId="urn:microsoft.com/office/officeart/2005/8/layout/list1"/>
    <dgm:cxn modelId="{E24E9419-CC38-4CDB-AD19-B9481B45DE47}" srcId="{40117063-61AF-476E-ABAA-EECF7F106B05}" destId="{487D82C3-170A-4E75-80AA-A01F04D66985}" srcOrd="1" destOrd="0" parTransId="{B56BA67D-EAEB-4284-8105-BF124216BDE2}" sibTransId="{BC1CC8D1-FF04-48EF-93D6-FA8747044256}"/>
    <dgm:cxn modelId="{7DCD4829-74D4-4904-8E40-3337B9D5CFD4}" type="presOf" srcId="{A7534131-2B3C-48BD-B8C3-0CE62023BD9E}" destId="{478EAEA9-2F49-4F4A-8C8C-401919DFA9DC}" srcOrd="0" destOrd="1" presId="urn:microsoft.com/office/officeart/2005/8/layout/list1"/>
    <dgm:cxn modelId="{4107962C-58A0-4697-983D-DD4C3FA2ED2E}" srcId="{40117063-61AF-476E-ABAA-EECF7F106B05}" destId="{3FBF6C5C-7886-4133-9FAD-17F458C457BE}" srcOrd="2" destOrd="0" parTransId="{AA3C1A06-30C8-44C4-9FAF-D13D68C9C6AC}" sibTransId="{11023DEA-C8CA-4FDC-B50D-E7976FEB7988}"/>
    <dgm:cxn modelId="{CC882D61-8059-4B8C-BD66-E03D4E1D500A}" srcId="{487D82C3-170A-4E75-80AA-A01F04D66985}" destId="{A7534131-2B3C-48BD-B8C3-0CE62023BD9E}" srcOrd="1" destOrd="0" parTransId="{67BEAF3F-BB7C-45B7-8671-0C2EC70BB8D4}" sibTransId="{B49416C0-0B70-437C-A4C5-F1B90FF0B530}"/>
    <dgm:cxn modelId="{9B87456B-7EA1-4BF1-891D-695ABD172FDF}" type="presOf" srcId="{7C5F3DE9-CCD1-4BF5-88D3-4F5FF04A88C1}" destId="{17F024A1-96FB-4F3B-913E-2E39FA1EC4BB}" srcOrd="0" destOrd="0" presId="urn:microsoft.com/office/officeart/2005/8/layout/list1"/>
    <dgm:cxn modelId="{0656887D-B3B9-497F-990E-19FFAD83B08D}" type="presOf" srcId="{7D201D48-7BB9-426C-A36B-FED1FF7EBEC6}" destId="{17F024A1-96FB-4F3B-913E-2E39FA1EC4BB}" srcOrd="0" destOrd="1" presId="urn:microsoft.com/office/officeart/2005/8/layout/list1"/>
    <dgm:cxn modelId="{A4C85E84-8700-48B9-AFA2-3791457F731A}" srcId="{487D82C3-170A-4E75-80AA-A01F04D66985}" destId="{99E9FDF9-A15C-4A53-8200-44896B03A6A6}" srcOrd="2" destOrd="0" parTransId="{97EC1045-9AA6-49A1-9CAB-878D7111D54B}" sibTransId="{09BA11AE-7FE7-48A8-82EA-89C39283D3E7}"/>
    <dgm:cxn modelId="{CBAF829B-8143-4582-A653-E55292C7093D}" srcId="{9A3F94BA-D4CD-443B-9CCD-1D3415125A95}" destId="{7D201D48-7BB9-426C-A36B-FED1FF7EBEC6}" srcOrd="1" destOrd="0" parTransId="{DE00F66F-3D1C-4A6B-B831-67AFE361AFA3}" sibTransId="{C70BFD56-B603-4E59-9E82-5243BE06D232}"/>
    <dgm:cxn modelId="{D53A62A3-A929-4C66-9FBD-AE6D0FB14B44}" srcId="{40117063-61AF-476E-ABAA-EECF7F106B05}" destId="{9A3F94BA-D4CD-443B-9CCD-1D3415125A95}" srcOrd="0" destOrd="0" parTransId="{65A2730D-C3F4-4A41-8D62-F622B9AAF131}" sibTransId="{44B9775F-5AA1-4CD9-9570-8F37F7500415}"/>
    <dgm:cxn modelId="{25DA7EA6-F286-427F-B0AF-50FC1498166E}" srcId="{487D82C3-170A-4E75-80AA-A01F04D66985}" destId="{DCB33226-3F64-4BCF-84A9-53DF73F458C8}" srcOrd="0" destOrd="0" parTransId="{6D310D87-EF8F-4AEB-9029-0C0AE9E7F732}" sibTransId="{A5CB7B81-3203-4F9B-81BF-BDCCE405E48B}"/>
    <dgm:cxn modelId="{BA12CAB0-D494-45EA-989A-15CBDC835CF5}" srcId="{3FBF6C5C-7886-4133-9FAD-17F458C457BE}" destId="{B1349BAB-938A-47C6-A4BE-C8DA5C5D1D2E}" srcOrd="0" destOrd="0" parTransId="{DF9524DD-B451-4D39-BB7C-AC25881DB331}" sibTransId="{5BDD09A2-246F-4623-9FED-A70D3E28A60D}"/>
    <dgm:cxn modelId="{0EBD59C7-A68A-466A-BF51-30DA161C45C4}" type="presOf" srcId="{3FBF6C5C-7886-4133-9FAD-17F458C457BE}" destId="{32115CBE-AE60-462E-BB10-40328303548E}" srcOrd="1" destOrd="0" presId="urn:microsoft.com/office/officeart/2005/8/layout/list1"/>
    <dgm:cxn modelId="{77B34DC9-F9F1-49ED-89B1-571F29D7C9AF}" type="presOf" srcId="{9A3F94BA-D4CD-443B-9CCD-1D3415125A95}" destId="{7529894F-703E-4536-948D-48115D7FE654}" srcOrd="0" destOrd="0" presId="urn:microsoft.com/office/officeart/2005/8/layout/list1"/>
    <dgm:cxn modelId="{7B8BBACB-8629-4186-80C7-37C44F0A822F}" type="presOf" srcId="{487D82C3-170A-4E75-80AA-A01F04D66985}" destId="{E8B85F60-4967-42B5-A57F-831935A0E54B}" srcOrd="0" destOrd="0" presId="urn:microsoft.com/office/officeart/2005/8/layout/list1"/>
    <dgm:cxn modelId="{EC06B3D2-3ABE-4B28-96E3-A46CA24A3DE3}" type="presOf" srcId="{487D82C3-170A-4E75-80AA-A01F04D66985}" destId="{696B1520-5391-45CE-8D80-CDC7E53A8339}" srcOrd="1" destOrd="0" presId="urn:microsoft.com/office/officeart/2005/8/layout/list1"/>
    <dgm:cxn modelId="{2FFC08D9-4D58-403B-B48F-EF3728B0C433}" type="presOf" srcId="{9A3F94BA-D4CD-443B-9CCD-1D3415125A95}" destId="{EE2B6593-F95C-4533-9EEC-E3F4862A0944}" srcOrd="1" destOrd="0" presId="urn:microsoft.com/office/officeart/2005/8/layout/list1"/>
    <dgm:cxn modelId="{9650A6E3-F176-4294-B026-AA2E92FE9E71}" type="presOf" srcId="{40117063-61AF-476E-ABAA-EECF7F106B05}" destId="{CA395645-460A-4F9B-BE51-406AA816D3A7}" srcOrd="0" destOrd="0" presId="urn:microsoft.com/office/officeart/2005/8/layout/list1"/>
    <dgm:cxn modelId="{45E871E6-E174-4180-87F6-E27FBD955DD4}" type="presOf" srcId="{B1349BAB-938A-47C6-A4BE-C8DA5C5D1D2E}" destId="{B121D308-35EA-4FEE-95DF-151836922AAF}" srcOrd="0" destOrd="0" presId="urn:microsoft.com/office/officeart/2005/8/layout/list1"/>
    <dgm:cxn modelId="{66653DF6-3DFA-4091-BDDA-67AFF8ECA130}" type="presOf" srcId="{DCB33226-3F64-4BCF-84A9-53DF73F458C8}" destId="{478EAEA9-2F49-4F4A-8C8C-401919DFA9DC}" srcOrd="0" destOrd="0" presId="urn:microsoft.com/office/officeart/2005/8/layout/list1"/>
    <dgm:cxn modelId="{47172755-92A0-4306-84B5-93AF69FA6427}" type="presParOf" srcId="{CA395645-460A-4F9B-BE51-406AA816D3A7}" destId="{94584124-29D6-4F1C-B5E8-F01027A658C0}" srcOrd="0" destOrd="0" presId="urn:microsoft.com/office/officeart/2005/8/layout/list1"/>
    <dgm:cxn modelId="{E41D864E-1BA6-41D0-A3AB-419B69D11CBB}" type="presParOf" srcId="{94584124-29D6-4F1C-B5E8-F01027A658C0}" destId="{7529894F-703E-4536-948D-48115D7FE654}" srcOrd="0" destOrd="0" presId="urn:microsoft.com/office/officeart/2005/8/layout/list1"/>
    <dgm:cxn modelId="{29DAE627-C532-4553-960B-B4AC09F93884}" type="presParOf" srcId="{94584124-29D6-4F1C-B5E8-F01027A658C0}" destId="{EE2B6593-F95C-4533-9EEC-E3F4862A0944}" srcOrd="1" destOrd="0" presId="urn:microsoft.com/office/officeart/2005/8/layout/list1"/>
    <dgm:cxn modelId="{BA109121-3179-40D1-AF5F-6833E10A6973}" type="presParOf" srcId="{CA395645-460A-4F9B-BE51-406AA816D3A7}" destId="{5E2A9C1F-3679-4138-A43B-37B5BD31EC1A}" srcOrd="1" destOrd="0" presId="urn:microsoft.com/office/officeart/2005/8/layout/list1"/>
    <dgm:cxn modelId="{489C1AD0-537C-4754-A4BF-09556C9755A1}" type="presParOf" srcId="{CA395645-460A-4F9B-BE51-406AA816D3A7}" destId="{17F024A1-96FB-4F3B-913E-2E39FA1EC4BB}" srcOrd="2" destOrd="0" presId="urn:microsoft.com/office/officeart/2005/8/layout/list1"/>
    <dgm:cxn modelId="{443FAEE5-D07D-4847-A8EF-24FD4A6DD8C5}" type="presParOf" srcId="{CA395645-460A-4F9B-BE51-406AA816D3A7}" destId="{7FBDF750-CD12-4DD6-AAC3-BD76F946133D}" srcOrd="3" destOrd="0" presId="urn:microsoft.com/office/officeart/2005/8/layout/list1"/>
    <dgm:cxn modelId="{970B9AD9-6E14-4501-B16D-28F386952846}" type="presParOf" srcId="{CA395645-460A-4F9B-BE51-406AA816D3A7}" destId="{CECEE90B-601A-4016-A00D-4AB482108199}" srcOrd="4" destOrd="0" presId="urn:microsoft.com/office/officeart/2005/8/layout/list1"/>
    <dgm:cxn modelId="{5224B63F-033D-473E-B801-EE87BE99A916}" type="presParOf" srcId="{CECEE90B-601A-4016-A00D-4AB482108199}" destId="{E8B85F60-4967-42B5-A57F-831935A0E54B}" srcOrd="0" destOrd="0" presId="urn:microsoft.com/office/officeart/2005/8/layout/list1"/>
    <dgm:cxn modelId="{19BF66F3-F28A-44C3-B5C8-E43FEC73C4CD}" type="presParOf" srcId="{CECEE90B-601A-4016-A00D-4AB482108199}" destId="{696B1520-5391-45CE-8D80-CDC7E53A8339}" srcOrd="1" destOrd="0" presId="urn:microsoft.com/office/officeart/2005/8/layout/list1"/>
    <dgm:cxn modelId="{FC68C638-5C99-4CC5-96FA-28B76CF3AD91}" type="presParOf" srcId="{CA395645-460A-4F9B-BE51-406AA816D3A7}" destId="{3A572ED0-86BB-4B9E-B34E-016C71F1D26F}" srcOrd="5" destOrd="0" presId="urn:microsoft.com/office/officeart/2005/8/layout/list1"/>
    <dgm:cxn modelId="{7E616EE4-048A-4530-9E6F-CD164643F655}" type="presParOf" srcId="{CA395645-460A-4F9B-BE51-406AA816D3A7}" destId="{478EAEA9-2F49-4F4A-8C8C-401919DFA9DC}" srcOrd="6" destOrd="0" presId="urn:microsoft.com/office/officeart/2005/8/layout/list1"/>
    <dgm:cxn modelId="{8E305CCC-F3D8-47F0-831E-4A150AFBDDC6}" type="presParOf" srcId="{CA395645-460A-4F9B-BE51-406AA816D3A7}" destId="{003BD4D7-097D-4C3A-B95D-D2CF95F3816D}" srcOrd="7" destOrd="0" presId="urn:microsoft.com/office/officeart/2005/8/layout/list1"/>
    <dgm:cxn modelId="{F40505E0-E830-409B-9E46-2168ECE65FE5}" type="presParOf" srcId="{CA395645-460A-4F9B-BE51-406AA816D3A7}" destId="{5BC94AE0-F600-475A-B18F-28716058F84D}" srcOrd="8" destOrd="0" presId="urn:microsoft.com/office/officeart/2005/8/layout/list1"/>
    <dgm:cxn modelId="{5601794A-93F8-4CA3-9D3E-6DCF5A2D9096}" type="presParOf" srcId="{5BC94AE0-F600-475A-B18F-28716058F84D}" destId="{7DA7A759-CCD0-43BF-BA7A-6DE2A425C8E3}" srcOrd="0" destOrd="0" presId="urn:microsoft.com/office/officeart/2005/8/layout/list1"/>
    <dgm:cxn modelId="{E84DC6BA-A404-4956-9CE4-EDAFB8DDE450}" type="presParOf" srcId="{5BC94AE0-F600-475A-B18F-28716058F84D}" destId="{32115CBE-AE60-462E-BB10-40328303548E}" srcOrd="1" destOrd="0" presId="urn:microsoft.com/office/officeart/2005/8/layout/list1"/>
    <dgm:cxn modelId="{92E56886-3CA2-423E-AB3F-BE27C245D283}" type="presParOf" srcId="{CA395645-460A-4F9B-BE51-406AA816D3A7}" destId="{F6AE78EE-1519-4F16-A36C-7AB6408AB5B4}" srcOrd="9" destOrd="0" presId="urn:microsoft.com/office/officeart/2005/8/layout/list1"/>
    <dgm:cxn modelId="{929E6E66-983E-4D93-948A-389EBF47F0FB}" type="presParOf" srcId="{CA395645-460A-4F9B-BE51-406AA816D3A7}" destId="{B121D308-35EA-4FEE-95DF-151836922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5EE61C-438B-41C8-BE25-8DECCE34A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B7900EB0-D2E2-4F0E-A239-89D4ACB40052}">
      <dgm:prSet custT="1"/>
      <dgm:spPr/>
      <dgm:t>
        <a:bodyPr/>
        <a:lstStyle/>
        <a:p>
          <a:pPr algn="just"/>
          <a:r>
            <a:rPr lang="en-SG" sz="1600" b="1" dirty="0"/>
            <a:t>Primary metric: Recall@K</a:t>
          </a:r>
          <a:endParaRPr lang="en-SG" sz="1600" dirty="0"/>
        </a:p>
      </dgm:t>
    </dgm:pt>
    <dgm:pt modelId="{FB657700-DB71-4BD4-A9C6-4597A0B93C39}" type="par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5217AD5E-50CC-43CE-92CD-CF933F83CA0E}" type="sib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1F2612E7-09B3-4BBD-9AB0-07DFA01E26FB}">
      <dgm:prSet custT="1"/>
      <dgm:spPr/>
      <dgm:t>
        <a:bodyPr/>
        <a:lstStyle/>
        <a:p>
          <a:pPr algn="just"/>
          <a:r>
            <a:rPr lang="en-SG" sz="1600" b="1" dirty="0"/>
            <a:t>Evaluation Design</a:t>
          </a:r>
        </a:p>
      </dgm:t>
    </dgm:pt>
    <dgm:pt modelId="{13A90BBB-E33C-450E-A635-6ECB687CBBCC}" type="par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2C2E732D-2754-4839-8F39-EE623931EC1F}" type="sib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B8159426-5908-4543-8C4C-55B1F93D62C2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r>
            <a:rPr lang="en-SG" sz="1400" b="1" dirty="0"/>
            <a:t>Business translation: Higher Recall@K</a:t>
          </a:r>
          <a:r>
            <a:rPr lang="en-SG" sz="1400" dirty="0"/>
            <a:t> increases the chance that users see relevant items early, improving engagement</a:t>
          </a:r>
          <a:endParaRPr lang="en-SG" sz="1400" b="0" dirty="0"/>
        </a:p>
      </dgm:t>
    </dgm:pt>
    <dgm:pt modelId="{E080C7E5-E97B-4678-913B-37D284093FB7}" type="parTrans" cxnId="{8D898397-CBC0-4DEF-9FF8-220D614F4C9C}">
      <dgm:prSet/>
      <dgm:spPr/>
      <dgm:t>
        <a:bodyPr/>
        <a:lstStyle/>
        <a:p>
          <a:endParaRPr lang="en-SG"/>
        </a:p>
      </dgm:t>
    </dgm:pt>
    <dgm:pt modelId="{46FCCB43-510B-4182-9DC5-9F41FB1FADD1}" type="sibTrans" cxnId="{8D898397-CBC0-4DEF-9FF8-220D614F4C9C}">
      <dgm:prSet/>
      <dgm:spPr/>
      <dgm:t>
        <a:bodyPr/>
        <a:lstStyle/>
        <a:p>
          <a:endParaRPr lang="en-SG"/>
        </a:p>
      </dgm:t>
    </dgm:pt>
    <dgm:pt modelId="{A6B0FAD8-94F1-41C6-A853-A87C28C0F9E0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dirty="0"/>
            <a:t> </a:t>
          </a:r>
          <a:r>
            <a:rPr lang="en-SG" sz="1400" b="1" dirty="0"/>
            <a:t>Train-test split </a:t>
          </a:r>
          <a:r>
            <a:rPr lang="en-SG" sz="1400" b="1" i="0" dirty="0"/>
            <a:t>– </a:t>
          </a:r>
          <a:r>
            <a:rPr lang="en-SG" sz="1400" b="0" i="0" dirty="0"/>
            <a:t>no validation split for this compact illustrative case example</a:t>
          </a:r>
          <a:endParaRPr lang="en-SG" sz="1400" b="0" dirty="0"/>
        </a:p>
      </dgm:t>
    </dgm:pt>
    <dgm:pt modelId="{BA9D2F48-C9E7-4B5A-AEDC-3FF21A6BC5C8}" type="parTrans" cxnId="{F02A8593-6360-4F66-932C-EFE124F35B3C}">
      <dgm:prSet/>
      <dgm:spPr/>
      <dgm:t>
        <a:bodyPr/>
        <a:lstStyle/>
        <a:p>
          <a:endParaRPr lang="en-SG"/>
        </a:p>
      </dgm:t>
    </dgm:pt>
    <dgm:pt modelId="{0883FDAC-1010-4989-8CEB-7DB3C74553F1}" type="sibTrans" cxnId="{F02A8593-6360-4F66-932C-EFE124F35B3C}">
      <dgm:prSet/>
      <dgm:spPr/>
      <dgm:t>
        <a:bodyPr/>
        <a:lstStyle/>
        <a:p>
          <a:endParaRPr lang="en-SG"/>
        </a:p>
      </dgm:t>
    </dgm:pt>
    <dgm:pt modelId="{FE573B71-7B8D-4802-9570-78C631A5EB76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1" dirty="0"/>
            <a:t> Higher Recall@10 </a:t>
          </a:r>
          <a:r>
            <a:rPr lang="en-SG" sz="1400" b="0" dirty="0"/>
            <a:t>means the</a:t>
          </a:r>
          <a:r>
            <a:rPr lang="en-SG" sz="1400" b="0" i="0" dirty="0"/>
            <a:t> </a:t>
          </a:r>
          <a:r>
            <a:rPr lang="en-SG" sz="1400" b="1" i="0" dirty="0"/>
            <a:t>relevant item </a:t>
          </a:r>
          <a:r>
            <a:rPr lang="en-SG" sz="1400" b="0" i="0" dirty="0"/>
            <a:t>is </a:t>
          </a:r>
          <a:r>
            <a:rPr lang="en-SG" sz="1400" b="1" i="0" dirty="0"/>
            <a:t>included in the Top-K list for more users.</a:t>
          </a:r>
          <a:endParaRPr lang="en-SG" sz="1400" b="1" dirty="0"/>
        </a:p>
      </dgm:t>
    </dgm:pt>
    <dgm:pt modelId="{2A2098A0-FED9-4D27-80CB-DC34A09CC3FC}" type="parTrans" cxnId="{B21CDE5F-1B36-42F2-979E-761E2976377D}">
      <dgm:prSet/>
      <dgm:spPr/>
      <dgm:t>
        <a:bodyPr/>
        <a:lstStyle/>
        <a:p>
          <a:endParaRPr lang="en-SG"/>
        </a:p>
      </dgm:t>
    </dgm:pt>
    <dgm:pt modelId="{52377B48-0428-4598-A8AF-A2412EA9A4D9}" type="sibTrans" cxnId="{B21CDE5F-1B36-42F2-979E-761E2976377D}">
      <dgm:prSet/>
      <dgm:spPr/>
      <dgm:t>
        <a:bodyPr/>
        <a:lstStyle/>
        <a:p>
          <a:endParaRPr lang="en-SG"/>
        </a:p>
      </dgm:t>
    </dgm:pt>
    <dgm:pt modelId="{8FB084E8-A665-4068-9BF8-D2EF660DE2DF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1" dirty="0"/>
            <a:t> Time-aware split </a:t>
          </a:r>
          <a:r>
            <a:rPr lang="en-SG" sz="1400" b="1" i="0" dirty="0"/>
            <a:t>– avoid temporal leakage </a:t>
          </a:r>
          <a:r>
            <a:rPr lang="en-SG" sz="1400" b="0" i="0" dirty="0"/>
            <a:t>by training on past to predict future </a:t>
          </a:r>
          <a:endParaRPr lang="en-SG" sz="1400" b="0" dirty="0"/>
        </a:p>
      </dgm:t>
    </dgm:pt>
    <dgm:pt modelId="{03506398-BB13-4531-AE8E-729207E2189C}" type="parTrans" cxnId="{9C0A764A-00AA-4440-825F-A9412BB7A9B4}">
      <dgm:prSet/>
      <dgm:spPr/>
      <dgm:t>
        <a:bodyPr/>
        <a:lstStyle/>
        <a:p>
          <a:endParaRPr lang="en-SG"/>
        </a:p>
      </dgm:t>
    </dgm:pt>
    <dgm:pt modelId="{2871D1DC-71FD-4D1B-925B-B2C955C3F3EF}" type="sibTrans" cxnId="{9C0A764A-00AA-4440-825F-A9412BB7A9B4}">
      <dgm:prSet/>
      <dgm:spPr/>
      <dgm:t>
        <a:bodyPr/>
        <a:lstStyle/>
        <a:p>
          <a:endParaRPr lang="en-SG"/>
        </a:p>
      </dgm:t>
    </dgm:pt>
    <dgm:pt modelId="{9B30F755-A4C8-447C-A93D-C741F5035B0D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dirty="0"/>
            <a:t> For each user, </a:t>
          </a:r>
          <a:r>
            <a:rPr lang="en-SG" sz="1400" b="1" dirty="0"/>
            <a:t>hold out user’s latest positively rated movie (`rating &gt;= 4`) as the test item </a:t>
          </a:r>
          <a:r>
            <a:rPr lang="en-SG" sz="1400" b="0" dirty="0"/>
            <a:t>and </a:t>
          </a:r>
          <a:r>
            <a:rPr lang="en-SG" sz="1400" b="1" dirty="0"/>
            <a:t>train only on interactions that happened earlier</a:t>
          </a:r>
          <a:endParaRPr lang="en-SG" sz="1400" b="0" dirty="0"/>
        </a:p>
      </dgm:t>
    </dgm:pt>
    <dgm:pt modelId="{F16FE1B7-49B5-445D-B99C-681E1249ACC9}" type="parTrans" cxnId="{A55A6F3F-B930-4439-AB18-3DED284E2D32}">
      <dgm:prSet/>
      <dgm:spPr/>
      <dgm:t>
        <a:bodyPr/>
        <a:lstStyle/>
        <a:p>
          <a:endParaRPr lang="en-SG"/>
        </a:p>
      </dgm:t>
    </dgm:pt>
    <dgm:pt modelId="{E0FB138D-11AA-4E71-9B6C-A587E0D19801}" type="sibTrans" cxnId="{A55A6F3F-B930-4439-AB18-3DED284E2D32}">
      <dgm:prSet/>
      <dgm:spPr/>
      <dgm:t>
        <a:bodyPr/>
        <a:lstStyle/>
        <a:p>
          <a:endParaRPr lang="en-SG"/>
        </a:p>
      </dgm:t>
    </dgm:pt>
    <dgm:pt modelId="{1A54D572-C80E-40DF-B42A-4D17E45BD191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i="0" dirty="0"/>
            <a:t> </a:t>
          </a:r>
          <a:r>
            <a:rPr lang="en-SG" sz="1400" b="1" i="0" dirty="0"/>
            <a:t>For a single user, Recall@10 </a:t>
          </a:r>
          <a:r>
            <a:rPr lang="en-SG" sz="1400" b="0" i="0" dirty="0"/>
            <a:t>is </a:t>
          </a:r>
          <a:r>
            <a:rPr lang="en-SG" sz="1400" b="1" i="0" dirty="0"/>
            <a:t>either 0 or 1 </a:t>
          </a:r>
          <a:r>
            <a:rPr lang="en-SG" sz="1400" b="0" i="0" dirty="0"/>
            <a:t>for the single user-item test slice.</a:t>
          </a:r>
          <a:endParaRPr lang="en-SG" sz="1400" b="0" dirty="0"/>
        </a:p>
      </dgm:t>
    </dgm:pt>
    <dgm:pt modelId="{FB2C745A-63DC-4220-B8DC-2E092B3DE4C9}" type="parTrans" cxnId="{BEEF9542-0981-4331-A173-149FDF242994}">
      <dgm:prSet/>
      <dgm:spPr/>
      <dgm:t>
        <a:bodyPr/>
        <a:lstStyle/>
        <a:p>
          <a:endParaRPr lang="en-SG"/>
        </a:p>
      </dgm:t>
    </dgm:pt>
    <dgm:pt modelId="{4B508156-7B6D-4188-82CA-C6CB2FDE8DA2}" type="sibTrans" cxnId="{BEEF9542-0981-4331-A173-149FDF242994}">
      <dgm:prSet/>
      <dgm:spPr/>
      <dgm:t>
        <a:bodyPr/>
        <a:lstStyle/>
        <a:p>
          <a:endParaRPr lang="en-SG"/>
        </a:p>
      </dgm:t>
    </dgm:pt>
    <dgm:pt modelId="{5F0E780E-5473-4976-AB93-BDFBD1C78955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dirty="0"/>
            <a:t> Measures whether the </a:t>
          </a:r>
          <a:r>
            <a:rPr lang="en-SG" sz="1400" b="1" dirty="0"/>
            <a:t>user’s next item appears in the Top-K recommendations</a:t>
          </a:r>
        </a:p>
      </dgm:t>
    </dgm:pt>
    <dgm:pt modelId="{D98BD685-8F4B-4073-BD88-39A26CF1586C}" type="parTrans" cxnId="{9ABA7C9F-A933-493C-8243-2E971334AE95}">
      <dgm:prSet/>
      <dgm:spPr/>
      <dgm:t>
        <a:bodyPr/>
        <a:lstStyle/>
        <a:p>
          <a:endParaRPr lang="en-SG"/>
        </a:p>
      </dgm:t>
    </dgm:pt>
    <dgm:pt modelId="{E3AB0FB5-4EA6-4AA9-A4A3-ADC19CED1EFE}" type="sibTrans" cxnId="{9ABA7C9F-A933-493C-8243-2E971334AE95}">
      <dgm:prSet/>
      <dgm:spPr/>
      <dgm:t>
        <a:bodyPr/>
        <a:lstStyle/>
        <a:p>
          <a:endParaRPr lang="en-SG"/>
        </a:p>
      </dgm:t>
    </dgm:pt>
    <dgm:pt modelId="{62164023-8E99-4F71-BD2A-791F1474B772}" type="pres">
      <dgm:prSet presAssocID="{205EE61C-438B-41C8-BE25-8DECCE34A6EA}" presName="linear" presStyleCnt="0">
        <dgm:presLayoutVars>
          <dgm:dir/>
          <dgm:animLvl val="lvl"/>
          <dgm:resizeHandles val="exact"/>
        </dgm:presLayoutVars>
      </dgm:prSet>
      <dgm:spPr/>
    </dgm:pt>
    <dgm:pt modelId="{D5469ED6-C2DD-46EF-9D9B-D22C49D634DD}" type="pres">
      <dgm:prSet presAssocID="{B7900EB0-D2E2-4F0E-A239-89D4ACB40052}" presName="parentLin" presStyleCnt="0"/>
      <dgm:spPr/>
    </dgm:pt>
    <dgm:pt modelId="{4B021F4B-FCCC-48EB-8184-CADDA8A1DC65}" type="pres">
      <dgm:prSet presAssocID="{B7900EB0-D2E2-4F0E-A239-89D4ACB40052}" presName="parentLeftMargin" presStyleLbl="node1" presStyleIdx="0" presStyleCnt="2"/>
      <dgm:spPr/>
    </dgm:pt>
    <dgm:pt modelId="{098EEF58-BE4A-4205-A3D1-3F9A5D14AD06}" type="pres">
      <dgm:prSet presAssocID="{B7900EB0-D2E2-4F0E-A239-89D4ACB4005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0C2E9B-78B4-4E77-A785-E31438625D9F}" type="pres">
      <dgm:prSet presAssocID="{B7900EB0-D2E2-4F0E-A239-89D4ACB40052}" presName="negativeSpace" presStyleCnt="0"/>
      <dgm:spPr/>
    </dgm:pt>
    <dgm:pt modelId="{D1A5B676-22D0-4E16-BC31-0A5FEB3553E0}" type="pres">
      <dgm:prSet presAssocID="{B7900EB0-D2E2-4F0E-A239-89D4ACB40052}" presName="childText" presStyleLbl="conFgAcc1" presStyleIdx="0" presStyleCnt="2">
        <dgm:presLayoutVars>
          <dgm:bulletEnabled val="1"/>
        </dgm:presLayoutVars>
      </dgm:prSet>
      <dgm:spPr/>
    </dgm:pt>
    <dgm:pt modelId="{CB45AF21-0F85-456D-9428-10C0C6BF3BED}" type="pres">
      <dgm:prSet presAssocID="{5217AD5E-50CC-43CE-92CD-CF933F83CA0E}" presName="spaceBetweenRectangles" presStyleCnt="0"/>
      <dgm:spPr/>
    </dgm:pt>
    <dgm:pt modelId="{95D5BE9E-4601-438A-AA3E-8AB790AE2D2F}" type="pres">
      <dgm:prSet presAssocID="{1F2612E7-09B3-4BBD-9AB0-07DFA01E26FB}" presName="parentLin" presStyleCnt="0"/>
      <dgm:spPr/>
    </dgm:pt>
    <dgm:pt modelId="{167C0D67-C45F-4957-A966-A50361F3B41B}" type="pres">
      <dgm:prSet presAssocID="{1F2612E7-09B3-4BBD-9AB0-07DFA01E26FB}" presName="parentLeftMargin" presStyleLbl="node1" presStyleIdx="0" presStyleCnt="2"/>
      <dgm:spPr/>
    </dgm:pt>
    <dgm:pt modelId="{F0519E15-B7D6-48BA-B397-B1714BED6080}" type="pres">
      <dgm:prSet presAssocID="{1F2612E7-09B3-4BBD-9AB0-07DFA01E26F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A02154-0B47-4DA3-872F-03175C137944}" type="pres">
      <dgm:prSet presAssocID="{1F2612E7-09B3-4BBD-9AB0-07DFA01E26FB}" presName="negativeSpace" presStyleCnt="0"/>
      <dgm:spPr/>
    </dgm:pt>
    <dgm:pt modelId="{2981F39D-A336-4BB9-9956-AE5D996342D5}" type="pres">
      <dgm:prSet presAssocID="{1F2612E7-09B3-4BBD-9AB0-07DFA01E26F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9529200-0710-4F7A-8E6E-7584BCCA34F2}" type="presOf" srcId="{1F2612E7-09B3-4BBD-9AB0-07DFA01E26FB}" destId="{F0519E15-B7D6-48BA-B397-B1714BED6080}" srcOrd="1" destOrd="0" presId="urn:microsoft.com/office/officeart/2005/8/layout/list1"/>
    <dgm:cxn modelId="{55F4A202-1A63-43B9-B37A-1E29AEAA37A7}" type="presOf" srcId="{B7900EB0-D2E2-4F0E-A239-89D4ACB40052}" destId="{4B021F4B-FCCC-48EB-8184-CADDA8A1DC65}" srcOrd="0" destOrd="0" presId="urn:microsoft.com/office/officeart/2005/8/layout/list1"/>
    <dgm:cxn modelId="{AEB63729-E658-4217-8E63-C5B26BBEA7EC}" srcId="{205EE61C-438B-41C8-BE25-8DECCE34A6EA}" destId="{B7900EB0-D2E2-4F0E-A239-89D4ACB40052}" srcOrd="0" destOrd="0" parTransId="{FB657700-DB71-4BD4-A9C6-4597A0B93C39}" sibTransId="{5217AD5E-50CC-43CE-92CD-CF933F83CA0E}"/>
    <dgm:cxn modelId="{1A71822E-646D-4277-AF20-61BD7EA2E757}" type="presOf" srcId="{8FB084E8-A665-4068-9BF8-D2EF660DE2DF}" destId="{2981F39D-A336-4BB9-9956-AE5D996342D5}" srcOrd="0" destOrd="1" presId="urn:microsoft.com/office/officeart/2005/8/layout/list1"/>
    <dgm:cxn modelId="{5DE75038-03DC-415B-95D8-FA5567E5DCBF}" type="presOf" srcId="{1F2612E7-09B3-4BBD-9AB0-07DFA01E26FB}" destId="{167C0D67-C45F-4957-A966-A50361F3B41B}" srcOrd="0" destOrd="0" presId="urn:microsoft.com/office/officeart/2005/8/layout/list1"/>
    <dgm:cxn modelId="{A55A6F3F-B930-4439-AB18-3DED284E2D32}" srcId="{1F2612E7-09B3-4BBD-9AB0-07DFA01E26FB}" destId="{9B30F755-A4C8-447C-A93D-C741F5035B0D}" srcOrd="2" destOrd="0" parTransId="{F16FE1B7-49B5-445D-B99C-681E1249ACC9}" sibTransId="{E0FB138D-11AA-4E71-9B6C-A587E0D19801}"/>
    <dgm:cxn modelId="{63C4AB3F-8EC4-47E9-8FCB-812C7929007E}" srcId="{205EE61C-438B-41C8-BE25-8DECCE34A6EA}" destId="{1F2612E7-09B3-4BBD-9AB0-07DFA01E26FB}" srcOrd="1" destOrd="0" parTransId="{13A90BBB-E33C-450E-A635-6ECB687CBBCC}" sibTransId="{2C2E732D-2754-4839-8F39-EE623931EC1F}"/>
    <dgm:cxn modelId="{B21CDE5F-1B36-42F2-979E-761E2976377D}" srcId="{B7900EB0-D2E2-4F0E-A239-89D4ACB40052}" destId="{FE573B71-7B8D-4802-9570-78C631A5EB76}" srcOrd="2" destOrd="0" parTransId="{2A2098A0-FED9-4D27-80CB-DC34A09CC3FC}" sibTransId="{52377B48-0428-4598-A8AF-A2412EA9A4D9}"/>
    <dgm:cxn modelId="{BEEF9542-0981-4331-A173-149FDF242994}" srcId="{B7900EB0-D2E2-4F0E-A239-89D4ACB40052}" destId="{1A54D572-C80E-40DF-B42A-4D17E45BD191}" srcOrd="3" destOrd="0" parTransId="{FB2C745A-63DC-4220-B8DC-2E092B3DE4C9}" sibTransId="{4B508156-7B6D-4188-82CA-C6CB2FDE8DA2}"/>
    <dgm:cxn modelId="{9C0A764A-00AA-4440-825F-A9412BB7A9B4}" srcId="{1F2612E7-09B3-4BBD-9AB0-07DFA01E26FB}" destId="{8FB084E8-A665-4068-9BF8-D2EF660DE2DF}" srcOrd="1" destOrd="0" parTransId="{03506398-BB13-4531-AE8E-729207E2189C}" sibTransId="{2871D1DC-71FD-4D1B-925B-B2C955C3F3EF}"/>
    <dgm:cxn modelId="{33EA7980-0756-4E4F-9CA1-40A8A14706E7}" type="presOf" srcId="{1A54D572-C80E-40DF-B42A-4D17E45BD191}" destId="{D1A5B676-22D0-4E16-BC31-0A5FEB3553E0}" srcOrd="0" destOrd="3" presId="urn:microsoft.com/office/officeart/2005/8/layout/list1"/>
    <dgm:cxn modelId="{10F6BE80-C217-4E51-B990-2C529CCBF493}" type="presOf" srcId="{205EE61C-438B-41C8-BE25-8DECCE34A6EA}" destId="{62164023-8E99-4F71-BD2A-791F1474B772}" srcOrd="0" destOrd="0" presId="urn:microsoft.com/office/officeart/2005/8/layout/list1"/>
    <dgm:cxn modelId="{B549BB8E-6C78-40D8-BFE5-D19808E325FD}" type="presOf" srcId="{5F0E780E-5473-4976-AB93-BDFBD1C78955}" destId="{D1A5B676-22D0-4E16-BC31-0A5FEB3553E0}" srcOrd="0" destOrd="1" presId="urn:microsoft.com/office/officeart/2005/8/layout/list1"/>
    <dgm:cxn modelId="{C9F08D92-2354-49F0-B0AE-E6A74FCCE8AA}" type="presOf" srcId="{FE573B71-7B8D-4802-9570-78C631A5EB76}" destId="{D1A5B676-22D0-4E16-BC31-0A5FEB3553E0}" srcOrd="0" destOrd="2" presId="urn:microsoft.com/office/officeart/2005/8/layout/list1"/>
    <dgm:cxn modelId="{F02A8593-6360-4F66-932C-EFE124F35B3C}" srcId="{1F2612E7-09B3-4BBD-9AB0-07DFA01E26FB}" destId="{A6B0FAD8-94F1-41C6-A853-A87C28C0F9E0}" srcOrd="0" destOrd="0" parTransId="{BA9D2F48-C9E7-4B5A-AEDC-3FF21A6BC5C8}" sibTransId="{0883FDAC-1010-4989-8CEB-7DB3C74553F1}"/>
    <dgm:cxn modelId="{8D898397-CBC0-4DEF-9FF8-220D614F4C9C}" srcId="{B7900EB0-D2E2-4F0E-A239-89D4ACB40052}" destId="{B8159426-5908-4543-8C4C-55B1F93D62C2}" srcOrd="0" destOrd="0" parTransId="{E080C7E5-E97B-4678-913B-37D284093FB7}" sibTransId="{46FCCB43-510B-4182-9DC5-9F41FB1FADD1}"/>
    <dgm:cxn modelId="{F20D6599-3F8C-41A2-867D-4BFEAB909385}" type="presOf" srcId="{9B30F755-A4C8-447C-A93D-C741F5035B0D}" destId="{2981F39D-A336-4BB9-9956-AE5D996342D5}" srcOrd="0" destOrd="2" presId="urn:microsoft.com/office/officeart/2005/8/layout/list1"/>
    <dgm:cxn modelId="{CFE5389E-D4DB-4DB6-9952-531CDD077B37}" type="presOf" srcId="{B7900EB0-D2E2-4F0E-A239-89D4ACB40052}" destId="{098EEF58-BE4A-4205-A3D1-3F9A5D14AD06}" srcOrd="1" destOrd="0" presId="urn:microsoft.com/office/officeart/2005/8/layout/list1"/>
    <dgm:cxn modelId="{9ABA7C9F-A933-493C-8243-2E971334AE95}" srcId="{B7900EB0-D2E2-4F0E-A239-89D4ACB40052}" destId="{5F0E780E-5473-4976-AB93-BDFBD1C78955}" srcOrd="1" destOrd="0" parTransId="{D98BD685-8F4B-4073-BD88-39A26CF1586C}" sibTransId="{E3AB0FB5-4EA6-4AA9-A4A3-ADC19CED1EFE}"/>
    <dgm:cxn modelId="{A2EF63E1-677C-4236-9896-A70900DE4AAD}" type="presOf" srcId="{A6B0FAD8-94F1-41C6-A853-A87C28C0F9E0}" destId="{2981F39D-A336-4BB9-9956-AE5D996342D5}" srcOrd="0" destOrd="0" presId="urn:microsoft.com/office/officeart/2005/8/layout/list1"/>
    <dgm:cxn modelId="{95E66EF9-6FD1-452A-9EB8-4A821F5C3249}" type="presOf" srcId="{B8159426-5908-4543-8C4C-55B1F93D62C2}" destId="{D1A5B676-22D0-4E16-BC31-0A5FEB3553E0}" srcOrd="0" destOrd="0" presId="urn:microsoft.com/office/officeart/2005/8/layout/list1"/>
    <dgm:cxn modelId="{02AD86A1-CE30-4D97-BFD7-DC6650C02F04}" type="presParOf" srcId="{62164023-8E99-4F71-BD2A-791F1474B772}" destId="{D5469ED6-C2DD-46EF-9D9B-D22C49D634DD}" srcOrd="0" destOrd="0" presId="urn:microsoft.com/office/officeart/2005/8/layout/list1"/>
    <dgm:cxn modelId="{83693D7E-6065-4C9D-8D46-D2BD59B28B3E}" type="presParOf" srcId="{D5469ED6-C2DD-46EF-9D9B-D22C49D634DD}" destId="{4B021F4B-FCCC-48EB-8184-CADDA8A1DC65}" srcOrd="0" destOrd="0" presId="urn:microsoft.com/office/officeart/2005/8/layout/list1"/>
    <dgm:cxn modelId="{6B5304EB-07A2-48EF-9035-0E0C8DCF122A}" type="presParOf" srcId="{D5469ED6-C2DD-46EF-9D9B-D22C49D634DD}" destId="{098EEF58-BE4A-4205-A3D1-3F9A5D14AD06}" srcOrd="1" destOrd="0" presId="urn:microsoft.com/office/officeart/2005/8/layout/list1"/>
    <dgm:cxn modelId="{25AF26D2-8EA6-49FB-A4EA-1D89C4920A61}" type="presParOf" srcId="{62164023-8E99-4F71-BD2A-791F1474B772}" destId="{4B0C2E9B-78B4-4E77-A785-E31438625D9F}" srcOrd="1" destOrd="0" presId="urn:microsoft.com/office/officeart/2005/8/layout/list1"/>
    <dgm:cxn modelId="{449DE03B-A2BC-41EE-9E4D-5EEFFC4B4229}" type="presParOf" srcId="{62164023-8E99-4F71-BD2A-791F1474B772}" destId="{D1A5B676-22D0-4E16-BC31-0A5FEB3553E0}" srcOrd="2" destOrd="0" presId="urn:microsoft.com/office/officeart/2005/8/layout/list1"/>
    <dgm:cxn modelId="{4E0D99F3-F619-4E03-894A-8178E8D2CE23}" type="presParOf" srcId="{62164023-8E99-4F71-BD2A-791F1474B772}" destId="{CB45AF21-0F85-456D-9428-10C0C6BF3BED}" srcOrd="3" destOrd="0" presId="urn:microsoft.com/office/officeart/2005/8/layout/list1"/>
    <dgm:cxn modelId="{4B92CBAF-4F70-4607-A9E3-4D29979E4099}" type="presParOf" srcId="{62164023-8E99-4F71-BD2A-791F1474B772}" destId="{95D5BE9E-4601-438A-AA3E-8AB790AE2D2F}" srcOrd="4" destOrd="0" presId="urn:microsoft.com/office/officeart/2005/8/layout/list1"/>
    <dgm:cxn modelId="{A2F72EC1-8228-4D92-9028-7F4AB37C614D}" type="presParOf" srcId="{95D5BE9E-4601-438A-AA3E-8AB790AE2D2F}" destId="{167C0D67-C45F-4957-A966-A50361F3B41B}" srcOrd="0" destOrd="0" presId="urn:microsoft.com/office/officeart/2005/8/layout/list1"/>
    <dgm:cxn modelId="{E7EDF20E-D638-4B5E-B196-68682C2F595D}" type="presParOf" srcId="{95D5BE9E-4601-438A-AA3E-8AB790AE2D2F}" destId="{F0519E15-B7D6-48BA-B397-B1714BED6080}" srcOrd="1" destOrd="0" presId="urn:microsoft.com/office/officeart/2005/8/layout/list1"/>
    <dgm:cxn modelId="{D9189FB2-5D4E-4321-8798-3CCC165E0A15}" type="presParOf" srcId="{62164023-8E99-4F71-BD2A-791F1474B772}" destId="{06A02154-0B47-4DA3-872F-03175C137944}" srcOrd="5" destOrd="0" presId="urn:microsoft.com/office/officeart/2005/8/layout/list1"/>
    <dgm:cxn modelId="{BF8E70E6-38E4-4DD8-988B-1B9CBE7A55E9}" type="presParOf" srcId="{62164023-8E99-4F71-BD2A-791F1474B772}" destId="{2981F39D-A336-4BB9-9956-AE5D996342D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5EE61C-438B-41C8-BE25-8DECCE34A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B7900EB0-D2E2-4F0E-A239-89D4ACB40052}">
      <dgm:prSet custT="1"/>
      <dgm:spPr/>
      <dgm:t>
        <a:bodyPr/>
        <a:lstStyle/>
        <a:p>
          <a:pPr algn="just"/>
          <a:r>
            <a:rPr lang="en-SG" sz="1600" b="1" dirty="0"/>
            <a:t>Model Comparison</a:t>
          </a:r>
          <a:endParaRPr lang="en-SG" sz="1600" dirty="0"/>
        </a:p>
      </dgm:t>
    </dgm:pt>
    <dgm:pt modelId="{FB657700-DB71-4BD4-A9C6-4597A0B93C39}" type="par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5217AD5E-50CC-43CE-92CD-CF933F83CA0E}" type="sib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1F2612E7-09B3-4BBD-9AB0-07DFA01E26FB}">
      <dgm:prSet custT="1"/>
      <dgm:spPr/>
      <dgm:t>
        <a:bodyPr/>
        <a:lstStyle/>
        <a:p>
          <a:pPr algn="just"/>
          <a:r>
            <a:rPr lang="en-SG" sz="1600" b="1" dirty="0"/>
            <a:t>Scoring Mechanism</a:t>
          </a:r>
        </a:p>
      </dgm:t>
    </dgm:pt>
    <dgm:pt modelId="{13A90BBB-E33C-450E-A635-6ECB687CBBCC}" type="par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2C2E732D-2754-4839-8F39-EE623931EC1F}" type="sib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B8159426-5908-4543-8C4C-55B1F93D62C2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r>
            <a:rPr lang="en-SG" sz="1400" b="1" dirty="0"/>
            <a:t>Start with a non-personalized baseline; then evaluate whether personalized models improve ranking quality</a:t>
          </a:r>
        </a:p>
      </dgm:t>
    </dgm:pt>
    <dgm:pt modelId="{E080C7E5-E97B-4678-913B-37D284093FB7}" type="parTrans" cxnId="{8D898397-CBC0-4DEF-9FF8-220D614F4C9C}">
      <dgm:prSet/>
      <dgm:spPr/>
      <dgm:t>
        <a:bodyPr/>
        <a:lstStyle/>
        <a:p>
          <a:endParaRPr lang="en-SG"/>
        </a:p>
      </dgm:t>
    </dgm:pt>
    <dgm:pt modelId="{46FCCB43-510B-4182-9DC5-9F41FB1FADD1}" type="sibTrans" cxnId="{8D898397-CBC0-4DEF-9FF8-220D614F4C9C}">
      <dgm:prSet/>
      <dgm:spPr/>
      <dgm:t>
        <a:bodyPr/>
        <a:lstStyle/>
        <a:p>
          <a:endParaRPr lang="en-SG"/>
        </a:p>
      </dgm:t>
    </dgm:pt>
    <dgm:pt modelId="{A6B0FAD8-94F1-41C6-A853-A87C28C0F9E0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r>
            <a:rPr lang="en-SG" sz="1400" b="1" dirty="0"/>
            <a:t>Dot Product (Collaborative Filtering)</a:t>
          </a:r>
          <a:endParaRPr lang="en-SG" sz="1400" b="0" dirty="0"/>
        </a:p>
      </dgm:t>
    </dgm:pt>
    <dgm:pt modelId="{BA9D2F48-C9E7-4B5A-AEDC-3FF21A6BC5C8}" type="parTrans" cxnId="{F02A8593-6360-4F66-932C-EFE124F35B3C}">
      <dgm:prSet/>
      <dgm:spPr/>
      <dgm:t>
        <a:bodyPr/>
        <a:lstStyle/>
        <a:p>
          <a:endParaRPr lang="en-SG"/>
        </a:p>
      </dgm:t>
    </dgm:pt>
    <dgm:pt modelId="{0883FDAC-1010-4989-8CEB-7DB3C74553F1}" type="sibTrans" cxnId="{F02A8593-6360-4F66-932C-EFE124F35B3C}">
      <dgm:prSet/>
      <dgm:spPr/>
      <dgm:t>
        <a:bodyPr/>
        <a:lstStyle/>
        <a:p>
          <a:endParaRPr lang="en-SG"/>
        </a:p>
      </dgm:t>
    </dgm:pt>
    <dgm:pt modelId="{6C515C4F-D75D-4B78-A0A9-7B2BBF9A3A17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r>
            <a:rPr lang="en-SG" sz="1400" b="1" dirty="0"/>
            <a:t>Collaborative Filtering (TruncatedSVD) </a:t>
          </a:r>
          <a:r>
            <a:rPr lang="en-SG" sz="1400" dirty="0"/>
            <a:t>— </a:t>
          </a:r>
          <a:r>
            <a:rPr lang="en-SG" sz="1400" b="1" dirty="0"/>
            <a:t>Comparison Model, User-Personalized</a:t>
          </a:r>
        </a:p>
      </dgm:t>
    </dgm:pt>
    <dgm:pt modelId="{FE12F445-E472-4268-B8BD-FDC2CD151262}" type="parTrans" cxnId="{1D64F4EB-B2ED-4336-B3A9-AC4ACFA399CF}">
      <dgm:prSet/>
      <dgm:spPr/>
      <dgm:t>
        <a:bodyPr/>
        <a:lstStyle/>
        <a:p>
          <a:endParaRPr lang="en-SG"/>
        </a:p>
      </dgm:t>
    </dgm:pt>
    <dgm:pt modelId="{9BE63BA3-3E28-4854-BA77-9A5AC58C8709}" type="sibTrans" cxnId="{1D64F4EB-B2ED-4336-B3A9-AC4ACFA399CF}">
      <dgm:prSet/>
      <dgm:spPr/>
      <dgm:t>
        <a:bodyPr/>
        <a:lstStyle/>
        <a:p>
          <a:endParaRPr lang="en-SG"/>
        </a:p>
      </dgm:t>
    </dgm:pt>
    <dgm:pt modelId="{100E1EC3-7D70-4742-995D-C1CF01E5FF66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endParaRPr lang="en-SG" sz="1400" dirty="0"/>
        </a:p>
      </dgm:t>
    </dgm:pt>
    <dgm:pt modelId="{FE98C6E2-2B37-4A37-B6FC-A1D4DB24401C}" type="parTrans" cxnId="{684C71DC-B0FD-4FE0-B999-948A7B68A409}">
      <dgm:prSet/>
      <dgm:spPr/>
      <dgm:t>
        <a:bodyPr/>
        <a:lstStyle/>
        <a:p>
          <a:endParaRPr lang="en-SG"/>
        </a:p>
      </dgm:t>
    </dgm:pt>
    <dgm:pt modelId="{E3D68F22-5617-4473-B40E-535EBD006722}" type="sibTrans" cxnId="{684C71DC-B0FD-4FE0-B999-948A7B68A409}">
      <dgm:prSet/>
      <dgm:spPr/>
      <dgm:t>
        <a:bodyPr/>
        <a:lstStyle/>
        <a:p>
          <a:endParaRPr lang="en-SG"/>
        </a:p>
      </dgm:t>
    </dgm:pt>
    <dgm:pt modelId="{2A7F367A-C407-4A95-BF2E-25440CFC297A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r>
            <a:rPr lang="en-SG" sz="1400" b="1" dirty="0"/>
            <a:t>Potential Extensions </a:t>
          </a:r>
          <a:r>
            <a:rPr lang="en-SG" sz="1400" dirty="0"/>
            <a:t>— </a:t>
          </a:r>
          <a:r>
            <a:rPr lang="en-SG" sz="1400" b="1" dirty="0"/>
            <a:t>Deep Models (Two-Tower) with rich features</a:t>
          </a:r>
          <a:endParaRPr lang="en-SG" sz="1400" dirty="0"/>
        </a:p>
      </dgm:t>
    </dgm:pt>
    <dgm:pt modelId="{10651B79-875F-4877-9020-CECC9C1F165E}" type="parTrans" cxnId="{DC7DEBDE-7EEA-40B4-93B6-1D9D4CE23600}">
      <dgm:prSet/>
      <dgm:spPr/>
      <dgm:t>
        <a:bodyPr/>
        <a:lstStyle/>
        <a:p>
          <a:endParaRPr lang="en-SG"/>
        </a:p>
      </dgm:t>
    </dgm:pt>
    <dgm:pt modelId="{EDA5C25F-207B-4586-8972-C7F7CCE5ED71}" type="sibTrans" cxnId="{DC7DEBDE-7EEA-40B4-93B6-1D9D4CE23600}">
      <dgm:prSet/>
      <dgm:spPr/>
      <dgm:t>
        <a:bodyPr/>
        <a:lstStyle/>
        <a:p>
          <a:endParaRPr lang="en-SG"/>
        </a:p>
      </dgm:t>
    </dgm:pt>
    <dgm:pt modelId="{AE8ED719-FA5F-4479-B0D1-CC0184AEF5BB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i="0" dirty="0"/>
            <a:t> Captures </a:t>
          </a:r>
          <a:r>
            <a:rPr lang="en-SG" sz="1400" b="1" i="0" dirty="0"/>
            <a:t>both similarity and preference strength</a:t>
          </a:r>
          <a:endParaRPr lang="en-SG" sz="1400" b="1" dirty="0"/>
        </a:p>
      </dgm:t>
    </dgm:pt>
    <dgm:pt modelId="{4EDD5B5C-1212-493B-A320-E3EC06C89EFB}" type="parTrans" cxnId="{1DFFF0EF-EE94-452B-AB80-4574E7ACA1A3}">
      <dgm:prSet/>
      <dgm:spPr/>
      <dgm:t>
        <a:bodyPr/>
        <a:lstStyle/>
        <a:p>
          <a:endParaRPr lang="en-SG"/>
        </a:p>
      </dgm:t>
    </dgm:pt>
    <dgm:pt modelId="{18F9D15E-B063-473F-9E32-4A6CB5B66DF2}" type="sibTrans" cxnId="{1DFFF0EF-EE94-452B-AB80-4574E7ACA1A3}">
      <dgm:prSet/>
      <dgm:spPr/>
      <dgm:t>
        <a:bodyPr/>
        <a:lstStyle/>
        <a:p>
          <a:endParaRPr lang="en-SG"/>
        </a:p>
      </dgm:t>
    </dgm:pt>
    <dgm:pt modelId="{0F42DE06-6853-4C89-BD29-4B7BBA841253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dirty="0"/>
            <a:t> Useful for </a:t>
          </a:r>
          <a:r>
            <a:rPr lang="en-SG" sz="1400" b="1" dirty="0"/>
            <a:t>ranking by how strongly a user prefers an item</a:t>
          </a:r>
        </a:p>
      </dgm:t>
    </dgm:pt>
    <dgm:pt modelId="{13E234CA-A940-4884-BD9F-A5DEF488A7DD}" type="parTrans" cxnId="{B3A363C1-D25A-4E89-87AB-507C65818710}">
      <dgm:prSet/>
      <dgm:spPr/>
      <dgm:t>
        <a:bodyPr/>
        <a:lstStyle/>
        <a:p>
          <a:endParaRPr lang="en-SG"/>
        </a:p>
      </dgm:t>
    </dgm:pt>
    <dgm:pt modelId="{012DEA0F-A3B1-40C2-9ADC-A2780B805A19}" type="sibTrans" cxnId="{B3A363C1-D25A-4E89-87AB-507C65818710}">
      <dgm:prSet/>
      <dgm:spPr/>
      <dgm:t>
        <a:bodyPr/>
        <a:lstStyle/>
        <a:p>
          <a:endParaRPr lang="en-SG"/>
        </a:p>
      </dgm:t>
    </dgm:pt>
    <dgm:pt modelId="{0EA97262-3BFD-4328-B833-24F5A6C73F9D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dirty="0"/>
            <a:t> Recommends globally popular items (no personalization)</a:t>
          </a:r>
        </a:p>
      </dgm:t>
    </dgm:pt>
    <dgm:pt modelId="{D665A372-BF2B-4F0E-A44E-3A87863B4EC1}" type="parTrans" cxnId="{4A50627B-88D2-44E2-8218-387781569DAA}">
      <dgm:prSet/>
      <dgm:spPr/>
      <dgm:t>
        <a:bodyPr/>
        <a:lstStyle/>
        <a:p>
          <a:endParaRPr lang="en-SG"/>
        </a:p>
      </dgm:t>
    </dgm:pt>
    <dgm:pt modelId="{B619E1D7-7438-4CE9-811F-31B08A552FF1}" type="sibTrans" cxnId="{4A50627B-88D2-44E2-8218-387781569DAA}">
      <dgm:prSet/>
      <dgm:spPr/>
      <dgm:t>
        <a:bodyPr/>
        <a:lstStyle/>
        <a:p>
          <a:endParaRPr lang="en-SG"/>
        </a:p>
      </dgm:t>
    </dgm:pt>
    <dgm:pt modelId="{7C53846C-A1E6-4CD0-9A9A-5A1DF92C8EEA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endParaRPr lang="en-SG" sz="1400" b="0" dirty="0"/>
        </a:p>
      </dgm:t>
    </dgm:pt>
    <dgm:pt modelId="{F5849C95-ACF2-4CEE-919D-359B57ADA625}" type="parTrans" cxnId="{FDE2FFFD-CD13-4852-A72D-1BC25B2D7696}">
      <dgm:prSet/>
      <dgm:spPr/>
      <dgm:t>
        <a:bodyPr/>
        <a:lstStyle/>
        <a:p>
          <a:endParaRPr lang="en-SG"/>
        </a:p>
      </dgm:t>
    </dgm:pt>
    <dgm:pt modelId="{BDCDA13D-CA13-4950-A8FF-7591AA9EABDD}" type="sibTrans" cxnId="{FDE2FFFD-CD13-4852-A72D-1BC25B2D7696}">
      <dgm:prSet/>
      <dgm:spPr/>
      <dgm:t>
        <a:bodyPr/>
        <a:lstStyle/>
        <a:p>
          <a:endParaRPr lang="en-SG"/>
        </a:p>
      </dgm:t>
    </dgm:pt>
    <dgm:pt modelId="{7C4F0B69-E6AE-49B4-8E8E-02B9B140EBB7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1" dirty="0"/>
            <a:t> </a:t>
          </a:r>
          <a:r>
            <a:rPr lang="en-SG" sz="1400" b="0" dirty="0"/>
            <a:t>Learns both user embeddings and item embeddings</a:t>
          </a:r>
        </a:p>
      </dgm:t>
    </dgm:pt>
    <dgm:pt modelId="{3271730F-7099-4FB5-81E0-F3FF01B0DAE3}" type="parTrans" cxnId="{C96B56F0-D8D5-4DD7-835B-5427DBAB37FE}">
      <dgm:prSet/>
      <dgm:spPr/>
      <dgm:t>
        <a:bodyPr/>
        <a:lstStyle/>
        <a:p>
          <a:endParaRPr lang="en-SG"/>
        </a:p>
      </dgm:t>
    </dgm:pt>
    <dgm:pt modelId="{B3DC2E57-FDD7-48BC-969D-2008AAAC72F2}" type="sibTrans" cxnId="{C96B56F0-D8D5-4DD7-835B-5427DBAB37FE}">
      <dgm:prSet/>
      <dgm:spPr/>
      <dgm:t>
        <a:bodyPr/>
        <a:lstStyle/>
        <a:p>
          <a:endParaRPr lang="en-SG"/>
        </a:p>
      </dgm:t>
    </dgm:pt>
    <dgm:pt modelId="{7D94AA61-D162-489A-B1E8-809ED88DF5C9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dirty="0"/>
            <a:t> Predicts preference scores using dot product between user and item embeddings</a:t>
          </a:r>
        </a:p>
      </dgm:t>
    </dgm:pt>
    <dgm:pt modelId="{0BA81E9D-2CEB-4C67-8583-5FC41B77DACB}" type="parTrans" cxnId="{70B2E9EE-C0B7-429D-9EA6-2F3535E7FBFF}">
      <dgm:prSet/>
      <dgm:spPr/>
      <dgm:t>
        <a:bodyPr/>
        <a:lstStyle/>
        <a:p>
          <a:endParaRPr lang="en-SG"/>
        </a:p>
      </dgm:t>
    </dgm:pt>
    <dgm:pt modelId="{4635BF7C-3CD8-4766-B064-D1545CBADE7D}" type="sibTrans" cxnId="{70B2E9EE-C0B7-429D-9EA6-2F3535E7FBFF}">
      <dgm:prSet/>
      <dgm:spPr/>
      <dgm:t>
        <a:bodyPr/>
        <a:lstStyle/>
        <a:p>
          <a:endParaRPr lang="en-SG"/>
        </a:p>
      </dgm:t>
    </dgm:pt>
    <dgm:pt modelId="{10222940-1035-49DE-8247-51866F9EB575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endParaRPr lang="en-SG" sz="1400" b="0" dirty="0"/>
        </a:p>
      </dgm:t>
    </dgm:pt>
    <dgm:pt modelId="{4868D19D-9335-4F13-BE56-899442AA0542}" type="parTrans" cxnId="{52CCE646-09F9-4471-8D62-8C9A9C26A176}">
      <dgm:prSet/>
      <dgm:spPr/>
      <dgm:t>
        <a:bodyPr/>
        <a:lstStyle/>
        <a:p>
          <a:endParaRPr lang="en-SG"/>
        </a:p>
      </dgm:t>
    </dgm:pt>
    <dgm:pt modelId="{C91F4BF3-6146-4A3A-B5EC-7B0228A2D6EB}" type="sibTrans" cxnId="{52CCE646-09F9-4471-8D62-8C9A9C26A176}">
      <dgm:prSet/>
      <dgm:spPr/>
      <dgm:t>
        <a:bodyPr/>
        <a:lstStyle/>
        <a:p>
          <a:endParaRPr lang="en-SG"/>
        </a:p>
      </dgm:t>
    </dgm:pt>
    <dgm:pt modelId="{B5601511-DFF3-4143-82C7-97D5672C2478}">
      <dgm:prSet custT="1"/>
      <dgm:spPr/>
      <dgm:t>
        <a:bodyPr/>
        <a:lstStyle/>
        <a:p>
          <a:pPr algn="just">
            <a:buFont typeface="Wingdings" panose="05000000000000000000" pitchFamily="2" charset="2"/>
            <a:buNone/>
          </a:pPr>
          <a:r>
            <a:rPr lang="en-SG" sz="1400" b="1" dirty="0"/>
            <a:t>Popularity Heuristic </a:t>
          </a:r>
          <a:r>
            <a:rPr lang="en-SG" sz="1400" dirty="0"/>
            <a:t>— </a:t>
          </a:r>
          <a:r>
            <a:rPr lang="en-SG" sz="1400" b="1" dirty="0"/>
            <a:t>Baseline Model, User-Agnostic</a:t>
          </a:r>
          <a:endParaRPr lang="en-SG" sz="1400" b="0" dirty="0"/>
        </a:p>
      </dgm:t>
    </dgm:pt>
    <dgm:pt modelId="{BBC96EAC-63FD-4A11-BC81-9CCB55C3C35E}" type="parTrans" cxnId="{F36CBBFA-EE5E-4079-9421-22491990EED0}">
      <dgm:prSet/>
      <dgm:spPr/>
      <dgm:t>
        <a:bodyPr/>
        <a:lstStyle/>
        <a:p>
          <a:endParaRPr lang="en-SG"/>
        </a:p>
      </dgm:t>
    </dgm:pt>
    <dgm:pt modelId="{A9CED4C9-DE4C-4E73-A555-9E050D88A507}" type="sibTrans" cxnId="{F36CBBFA-EE5E-4079-9421-22491990EED0}">
      <dgm:prSet/>
      <dgm:spPr/>
      <dgm:t>
        <a:bodyPr/>
        <a:lstStyle/>
        <a:p>
          <a:endParaRPr lang="en-SG"/>
        </a:p>
      </dgm:t>
    </dgm:pt>
    <dgm:pt modelId="{62164023-8E99-4F71-BD2A-791F1474B772}" type="pres">
      <dgm:prSet presAssocID="{205EE61C-438B-41C8-BE25-8DECCE34A6EA}" presName="linear" presStyleCnt="0">
        <dgm:presLayoutVars>
          <dgm:dir/>
          <dgm:animLvl val="lvl"/>
          <dgm:resizeHandles val="exact"/>
        </dgm:presLayoutVars>
      </dgm:prSet>
      <dgm:spPr/>
    </dgm:pt>
    <dgm:pt modelId="{D5469ED6-C2DD-46EF-9D9B-D22C49D634DD}" type="pres">
      <dgm:prSet presAssocID="{B7900EB0-D2E2-4F0E-A239-89D4ACB40052}" presName="parentLin" presStyleCnt="0"/>
      <dgm:spPr/>
    </dgm:pt>
    <dgm:pt modelId="{4B021F4B-FCCC-48EB-8184-CADDA8A1DC65}" type="pres">
      <dgm:prSet presAssocID="{B7900EB0-D2E2-4F0E-A239-89D4ACB40052}" presName="parentLeftMargin" presStyleLbl="node1" presStyleIdx="0" presStyleCnt="2"/>
      <dgm:spPr/>
    </dgm:pt>
    <dgm:pt modelId="{098EEF58-BE4A-4205-A3D1-3F9A5D14AD06}" type="pres">
      <dgm:prSet presAssocID="{B7900EB0-D2E2-4F0E-A239-89D4ACB4005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0C2E9B-78B4-4E77-A785-E31438625D9F}" type="pres">
      <dgm:prSet presAssocID="{B7900EB0-D2E2-4F0E-A239-89D4ACB40052}" presName="negativeSpace" presStyleCnt="0"/>
      <dgm:spPr/>
    </dgm:pt>
    <dgm:pt modelId="{D1A5B676-22D0-4E16-BC31-0A5FEB3553E0}" type="pres">
      <dgm:prSet presAssocID="{B7900EB0-D2E2-4F0E-A239-89D4ACB40052}" presName="childText" presStyleLbl="conFgAcc1" presStyleIdx="0" presStyleCnt="2">
        <dgm:presLayoutVars>
          <dgm:bulletEnabled val="1"/>
        </dgm:presLayoutVars>
      </dgm:prSet>
      <dgm:spPr/>
    </dgm:pt>
    <dgm:pt modelId="{CB45AF21-0F85-456D-9428-10C0C6BF3BED}" type="pres">
      <dgm:prSet presAssocID="{5217AD5E-50CC-43CE-92CD-CF933F83CA0E}" presName="spaceBetweenRectangles" presStyleCnt="0"/>
      <dgm:spPr/>
    </dgm:pt>
    <dgm:pt modelId="{95D5BE9E-4601-438A-AA3E-8AB790AE2D2F}" type="pres">
      <dgm:prSet presAssocID="{1F2612E7-09B3-4BBD-9AB0-07DFA01E26FB}" presName="parentLin" presStyleCnt="0"/>
      <dgm:spPr/>
    </dgm:pt>
    <dgm:pt modelId="{167C0D67-C45F-4957-A966-A50361F3B41B}" type="pres">
      <dgm:prSet presAssocID="{1F2612E7-09B3-4BBD-9AB0-07DFA01E26FB}" presName="parentLeftMargin" presStyleLbl="node1" presStyleIdx="0" presStyleCnt="2"/>
      <dgm:spPr/>
    </dgm:pt>
    <dgm:pt modelId="{F0519E15-B7D6-48BA-B397-B1714BED6080}" type="pres">
      <dgm:prSet presAssocID="{1F2612E7-09B3-4BBD-9AB0-07DFA01E26F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A02154-0B47-4DA3-872F-03175C137944}" type="pres">
      <dgm:prSet presAssocID="{1F2612E7-09B3-4BBD-9AB0-07DFA01E26FB}" presName="negativeSpace" presStyleCnt="0"/>
      <dgm:spPr/>
    </dgm:pt>
    <dgm:pt modelId="{2981F39D-A336-4BB9-9956-AE5D996342D5}" type="pres">
      <dgm:prSet presAssocID="{1F2612E7-09B3-4BBD-9AB0-07DFA01E26F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9529200-0710-4F7A-8E6E-7584BCCA34F2}" type="presOf" srcId="{1F2612E7-09B3-4BBD-9AB0-07DFA01E26FB}" destId="{F0519E15-B7D6-48BA-B397-B1714BED6080}" srcOrd="1" destOrd="0" presId="urn:microsoft.com/office/officeart/2005/8/layout/list1"/>
    <dgm:cxn modelId="{55F4A202-1A63-43B9-B37A-1E29AEAA37A7}" type="presOf" srcId="{B7900EB0-D2E2-4F0E-A239-89D4ACB40052}" destId="{4B021F4B-FCCC-48EB-8184-CADDA8A1DC65}" srcOrd="0" destOrd="0" presId="urn:microsoft.com/office/officeart/2005/8/layout/list1"/>
    <dgm:cxn modelId="{66BBB710-72A4-42CE-9432-AA0DA0713DA6}" type="presOf" srcId="{7C53846C-A1E6-4CD0-9A9A-5A1DF92C8EEA}" destId="{D1A5B676-22D0-4E16-BC31-0A5FEB3553E0}" srcOrd="0" destOrd="4" presId="urn:microsoft.com/office/officeart/2005/8/layout/list1"/>
    <dgm:cxn modelId="{84E4FB1A-A20B-481C-9381-20B45E46DD1B}" type="presOf" srcId="{0EA97262-3BFD-4328-B833-24F5A6C73F9D}" destId="{D1A5B676-22D0-4E16-BC31-0A5FEB3553E0}" srcOrd="0" destOrd="3" presId="urn:microsoft.com/office/officeart/2005/8/layout/list1"/>
    <dgm:cxn modelId="{FD2DAB1E-3A48-4160-8791-0E2824087598}" type="presOf" srcId="{7C4F0B69-E6AE-49B4-8E8E-02B9B140EBB7}" destId="{D1A5B676-22D0-4E16-BC31-0A5FEB3553E0}" srcOrd="0" destOrd="6" presId="urn:microsoft.com/office/officeart/2005/8/layout/list1"/>
    <dgm:cxn modelId="{AEB63729-E658-4217-8E63-C5B26BBEA7EC}" srcId="{205EE61C-438B-41C8-BE25-8DECCE34A6EA}" destId="{B7900EB0-D2E2-4F0E-A239-89D4ACB40052}" srcOrd="0" destOrd="0" parTransId="{FB657700-DB71-4BD4-A9C6-4597A0B93C39}" sibTransId="{5217AD5E-50CC-43CE-92CD-CF933F83CA0E}"/>
    <dgm:cxn modelId="{5DE75038-03DC-415B-95D8-FA5567E5DCBF}" type="presOf" srcId="{1F2612E7-09B3-4BBD-9AB0-07DFA01E26FB}" destId="{167C0D67-C45F-4957-A966-A50361F3B41B}" srcOrd="0" destOrd="0" presId="urn:microsoft.com/office/officeart/2005/8/layout/list1"/>
    <dgm:cxn modelId="{63C4AB3F-8EC4-47E9-8FCB-812C7929007E}" srcId="{205EE61C-438B-41C8-BE25-8DECCE34A6EA}" destId="{1F2612E7-09B3-4BBD-9AB0-07DFA01E26FB}" srcOrd="1" destOrd="0" parTransId="{13A90BBB-E33C-450E-A635-6ECB687CBBCC}" sibTransId="{2C2E732D-2754-4839-8F39-EE623931EC1F}"/>
    <dgm:cxn modelId="{52CCE646-09F9-4471-8D62-8C9A9C26A176}" srcId="{B7900EB0-D2E2-4F0E-A239-89D4ACB40052}" destId="{10222940-1035-49DE-8247-51866F9EB575}" srcOrd="1" destOrd="0" parTransId="{4868D19D-9335-4F13-BE56-899442AA0542}" sibTransId="{C91F4BF3-6146-4A3A-B5EC-7B0228A2D6EB}"/>
    <dgm:cxn modelId="{CA0FC34A-25CA-4331-8F70-EFA929C8B39A}" type="presOf" srcId="{7D94AA61-D162-489A-B1E8-809ED88DF5C9}" destId="{D1A5B676-22D0-4E16-BC31-0A5FEB3553E0}" srcOrd="0" destOrd="7" presId="urn:microsoft.com/office/officeart/2005/8/layout/list1"/>
    <dgm:cxn modelId="{4A50627B-88D2-44E2-8218-387781569DAA}" srcId="{B7900EB0-D2E2-4F0E-A239-89D4ACB40052}" destId="{0EA97262-3BFD-4328-B833-24F5A6C73F9D}" srcOrd="3" destOrd="0" parTransId="{D665A372-BF2B-4F0E-A44E-3A87863B4EC1}" sibTransId="{B619E1D7-7438-4CE9-811F-31B08A552FF1}"/>
    <dgm:cxn modelId="{01A40580-7DB5-4CCC-9EA3-33F697AC0964}" type="presOf" srcId="{10222940-1035-49DE-8247-51866F9EB575}" destId="{D1A5B676-22D0-4E16-BC31-0A5FEB3553E0}" srcOrd="0" destOrd="1" presId="urn:microsoft.com/office/officeart/2005/8/layout/list1"/>
    <dgm:cxn modelId="{10F6BE80-C217-4E51-B990-2C529CCBF493}" type="presOf" srcId="{205EE61C-438B-41C8-BE25-8DECCE34A6EA}" destId="{62164023-8E99-4F71-BD2A-791F1474B772}" srcOrd="0" destOrd="0" presId="urn:microsoft.com/office/officeart/2005/8/layout/list1"/>
    <dgm:cxn modelId="{F02A8593-6360-4F66-932C-EFE124F35B3C}" srcId="{1F2612E7-09B3-4BBD-9AB0-07DFA01E26FB}" destId="{A6B0FAD8-94F1-41C6-A853-A87C28C0F9E0}" srcOrd="0" destOrd="0" parTransId="{BA9D2F48-C9E7-4B5A-AEDC-3FF21A6BC5C8}" sibTransId="{0883FDAC-1010-4989-8CEB-7DB3C74553F1}"/>
    <dgm:cxn modelId="{8D898397-CBC0-4DEF-9FF8-220D614F4C9C}" srcId="{B7900EB0-D2E2-4F0E-A239-89D4ACB40052}" destId="{B8159426-5908-4543-8C4C-55B1F93D62C2}" srcOrd="0" destOrd="0" parTransId="{E080C7E5-E97B-4678-913B-37D284093FB7}" sibTransId="{46FCCB43-510B-4182-9DC5-9F41FB1FADD1}"/>
    <dgm:cxn modelId="{CFE5389E-D4DB-4DB6-9952-531CDD077B37}" type="presOf" srcId="{B7900EB0-D2E2-4F0E-A239-89D4ACB40052}" destId="{098EEF58-BE4A-4205-A3D1-3F9A5D14AD06}" srcOrd="1" destOrd="0" presId="urn:microsoft.com/office/officeart/2005/8/layout/list1"/>
    <dgm:cxn modelId="{1D5076A8-D84B-4AF5-928D-C05469A7674A}" type="presOf" srcId="{2A7F367A-C407-4A95-BF2E-25440CFC297A}" destId="{D1A5B676-22D0-4E16-BC31-0A5FEB3553E0}" srcOrd="0" destOrd="9" presId="urn:microsoft.com/office/officeart/2005/8/layout/list1"/>
    <dgm:cxn modelId="{F4304FB2-D63A-4C24-AC80-64B09939A976}" type="presOf" srcId="{0F42DE06-6853-4C89-BD29-4B7BBA841253}" destId="{2981F39D-A336-4BB9-9956-AE5D996342D5}" srcOrd="0" destOrd="2" presId="urn:microsoft.com/office/officeart/2005/8/layout/list1"/>
    <dgm:cxn modelId="{B3A363C1-D25A-4E89-87AB-507C65818710}" srcId="{1F2612E7-09B3-4BBD-9AB0-07DFA01E26FB}" destId="{0F42DE06-6853-4C89-BD29-4B7BBA841253}" srcOrd="2" destOrd="0" parTransId="{13E234CA-A940-4884-BD9F-A5DEF488A7DD}" sibTransId="{012DEA0F-A3B1-40C2-9ADC-A2780B805A19}"/>
    <dgm:cxn modelId="{E715DFCA-C8CE-4E16-8B9A-C68CED87C35C}" type="presOf" srcId="{B5601511-DFF3-4143-82C7-97D5672C2478}" destId="{D1A5B676-22D0-4E16-BC31-0A5FEB3553E0}" srcOrd="0" destOrd="2" presId="urn:microsoft.com/office/officeart/2005/8/layout/list1"/>
    <dgm:cxn modelId="{00AB52CD-CF12-4347-A2EE-EC065EA4E3E3}" type="presOf" srcId="{100E1EC3-7D70-4742-995D-C1CF01E5FF66}" destId="{D1A5B676-22D0-4E16-BC31-0A5FEB3553E0}" srcOrd="0" destOrd="8" presId="urn:microsoft.com/office/officeart/2005/8/layout/list1"/>
    <dgm:cxn modelId="{3DFD93D5-EE20-4859-B4AC-B19A402E013C}" type="presOf" srcId="{AE8ED719-FA5F-4479-B0D1-CC0184AEF5BB}" destId="{2981F39D-A336-4BB9-9956-AE5D996342D5}" srcOrd="0" destOrd="1" presId="urn:microsoft.com/office/officeart/2005/8/layout/list1"/>
    <dgm:cxn modelId="{29819FD8-B9F9-46EF-BD17-5461FDE01DC3}" type="presOf" srcId="{6C515C4F-D75D-4B78-A0A9-7B2BBF9A3A17}" destId="{D1A5B676-22D0-4E16-BC31-0A5FEB3553E0}" srcOrd="0" destOrd="5" presId="urn:microsoft.com/office/officeart/2005/8/layout/list1"/>
    <dgm:cxn modelId="{684C71DC-B0FD-4FE0-B999-948A7B68A409}" srcId="{B7900EB0-D2E2-4F0E-A239-89D4ACB40052}" destId="{100E1EC3-7D70-4742-995D-C1CF01E5FF66}" srcOrd="8" destOrd="0" parTransId="{FE98C6E2-2B37-4A37-B6FC-A1D4DB24401C}" sibTransId="{E3D68F22-5617-4473-B40E-535EBD006722}"/>
    <dgm:cxn modelId="{DC7DEBDE-7EEA-40B4-93B6-1D9D4CE23600}" srcId="{B7900EB0-D2E2-4F0E-A239-89D4ACB40052}" destId="{2A7F367A-C407-4A95-BF2E-25440CFC297A}" srcOrd="9" destOrd="0" parTransId="{10651B79-875F-4877-9020-CECC9C1F165E}" sibTransId="{EDA5C25F-207B-4586-8972-C7F7CCE5ED71}"/>
    <dgm:cxn modelId="{A2EF63E1-677C-4236-9896-A70900DE4AAD}" type="presOf" srcId="{A6B0FAD8-94F1-41C6-A853-A87C28C0F9E0}" destId="{2981F39D-A336-4BB9-9956-AE5D996342D5}" srcOrd="0" destOrd="0" presId="urn:microsoft.com/office/officeart/2005/8/layout/list1"/>
    <dgm:cxn modelId="{1D64F4EB-B2ED-4336-B3A9-AC4ACFA399CF}" srcId="{B7900EB0-D2E2-4F0E-A239-89D4ACB40052}" destId="{6C515C4F-D75D-4B78-A0A9-7B2BBF9A3A17}" srcOrd="5" destOrd="0" parTransId="{FE12F445-E472-4268-B8BD-FDC2CD151262}" sibTransId="{9BE63BA3-3E28-4854-BA77-9A5AC58C8709}"/>
    <dgm:cxn modelId="{70B2E9EE-C0B7-429D-9EA6-2F3535E7FBFF}" srcId="{B7900EB0-D2E2-4F0E-A239-89D4ACB40052}" destId="{7D94AA61-D162-489A-B1E8-809ED88DF5C9}" srcOrd="7" destOrd="0" parTransId="{0BA81E9D-2CEB-4C67-8583-5FC41B77DACB}" sibTransId="{4635BF7C-3CD8-4766-B064-D1545CBADE7D}"/>
    <dgm:cxn modelId="{1DFFF0EF-EE94-452B-AB80-4574E7ACA1A3}" srcId="{1F2612E7-09B3-4BBD-9AB0-07DFA01E26FB}" destId="{AE8ED719-FA5F-4479-B0D1-CC0184AEF5BB}" srcOrd="1" destOrd="0" parTransId="{4EDD5B5C-1212-493B-A320-E3EC06C89EFB}" sibTransId="{18F9D15E-B063-473F-9E32-4A6CB5B66DF2}"/>
    <dgm:cxn modelId="{C96B56F0-D8D5-4DD7-835B-5427DBAB37FE}" srcId="{B7900EB0-D2E2-4F0E-A239-89D4ACB40052}" destId="{7C4F0B69-E6AE-49B4-8E8E-02B9B140EBB7}" srcOrd="6" destOrd="0" parTransId="{3271730F-7099-4FB5-81E0-F3FF01B0DAE3}" sibTransId="{B3DC2E57-FDD7-48BC-969D-2008AAAC72F2}"/>
    <dgm:cxn modelId="{95E66EF9-6FD1-452A-9EB8-4A821F5C3249}" type="presOf" srcId="{B8159426-5908-4543-8C4C-55B1F93D62C2}" destId="{D1A5B676-22D0-4E16-BC31-0A5FEB3553E0}" srcOrd="0" destOrd="0" presId="urn:microsoft.com/office/officeart/2005/8/layout/list1"/>
    <dgm:cxn modelId="{F36CBBFA-EE5E-4079-9421-22491990EED0}" srcId="{B7900EB0-D2E2-4F0E-A239-89D4ACB40052}" destId="{B5601511-DFF3-4143-82C7-97D5672C2478}" srcOrd="2" destOrd="0" parTransId="{BBC96EAC-63FD-4A11-BC81-9CCB55C3C35E}" sibTransId="{A9CED4C9-DE4C-4E73-A555-9E050D88A507}"/>
    <dgm:cxn modelId="{FDE2FFFD-CD13-4852-A72D-1BC25B2D7696}" srcId="{B7900EB0-D2E2-4F0E-A239-89D4ACB40052}" destId="{7C53846C-A1E6-4CD0-9A9A-5A1DF92C8EEA}" srcOrd="4" destOrd="0" parTransId="{F5849C95-ACF2-4CEE-919D-359B57ADA625}" sibTransId="{BDCDA13D-CA13-4950-A8FF-7591AA9EABDD}"/>
    <dgm:cxn modelId="{02AD86A1-CE30-4D97-BFD7-DC6650C02F04}" type="presParOf" srcId="{62164023-8E99-4F71-BD2A-791F1474B772}" destId="{D5469ED6-C2DD-46EF-9D9B-D22C49D634DD}" srcOrd="0" destOrd="0" presId="urn:microsoft.com/office/officeart/2005/8/layout/list1"/>
    <dgm:cxn modelId="{83693D7E-6065-4C9D-8D46-D2BD59B28B3E}" type="presParOf" srcId="{D5469ED6-C2DD-46EF-9D9B-D22C49D634DD}" destId="{4B021F4B-FCCC-48EB-8184-CADDA8A1DC65}" srcOrd="0" destOrd="0" presId="urn:microsoft.com/office/officeart/2005/8/layout/list1"/>
    <dgm:cxn modelId="{6B5304EB-07A2-48EF-9035-0E0C8DCF122A}" type="presParOf" srcId="{D5469ED6-C2DD-46EF-9D9B-D22C49D634DD}" destId="{098EEF58-BE4A-4205-A3D1-3F9A5D14AD06}" srcOrd="1" destOrd="0" presId="urn:microsoft.com/office/officeart/2005/8/layout/list1"/>
    <dgm:cxn modelId="{25AF26D2-8EA6-49FB-A4EA-1D89C4920A61}" type="presParOf" srcId="{62164023-8E99-4F71-BD2A-791F1474B772}" destId="{4B0C2E9B-78B4-4E77-A785-E31438625D9F}" srcOrd="1" destOrd="0" presId="urn:microsoft.com/office/officeart/2005/8/layout/list1"/>
    <dgm:cxn modelId="{449DE03B-A2BC-41EE-9E4D-5EEFFC4B4229}" type="presParOf" srcId="{62164023-8E99-4F71-BD2A-791F1474B772}" destId="{D1A5B676-22D0-4E16-BC31-0A5FEB3553E0}" srcOrd="2" destOrd="0" presId="urn:microsoft.com/office/officeart/2005/8/layout/list1"/>
    <dgm:cxn modelId="{4E0D99F3-F619-4E03-894A-8178E8D2CE23}" type="presParOf" srcId="{62164023-8E99-4F71-BD2A-791F1474B772}" destId="{CB45AF21-0F85-456D-9428-10C0C6BF3BED}" srcOrd="3" destOrd="0" presId="urn:microsoft.com/office/officeart/2005/8/layout/list1"/>
    <dgm:cxn modelId="{4B92CBAF-4F70-4607-A9E3-4D29979E4099}" type="presParOf" srcId="{62164023-8E99-4F71-BD2A-791F1474B772}" destId="{95D5BE9E-4601-438A-AA3E-8AB790AE2D2F}" srcOrd="4" destOrd="0" presId="urn:microsoft.com/office/officeart/2005/8/layout/list1"/>
    <dgm:cxn modelId="{A2F72EC1-8228-4D92-9028-7F4AB37C614D}" type="presParOf" srcId="{95D5BE9E-4601-438A-AA3E-8AB790AE2D2F}" destId="{167C0D67-C45F-4957-A966-A50361F3B41B}" srcOrd="0" destOrd="0" presId="urn:microsoft.com/office/officeart/2005/8/layout/list1"/>
    <dgm:cxn modelId="{E7EDF20E-D638-4B5E-B196-68682C2F595D}" type="presParOf" srcId="{95D5BE9E-4601-438A-AA3E-8AB790AE2D2F}" destId="{F0519E15-B7D6-48BA-B397-B1714BED6080}" srcOrd="1" destOrd="0" presId="urn:microsoft.com/office/officeart/2005/8/layout/list1"/>
    <dgm:cxn modelId="{D9189FB2-5D4E-4321-8798-3CCC165E0A15}" type="presParOf" srcId="{62164023-8E99-4F71-BD2A-791F1474B772}" destId="{06A02154-0B47-4DA3-872F-03175C137944}" srcOrd="5" destOrd="0" presId="urn:microsoft.com/office/officeart/2005/8/layout/list1"/>
    <dgm:cxn modelId="{BF8E70E6-38E4-4DD8-988B-1B9CBE7A55E9}" type="presParOf" srcId="{62164023-8E99-4F71-BD2A-791F1474B772}" destId="{2981F39D-A336-4BB9-9956-AE5D996342D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BBA99E-262E-4B87-BFF0-5EE3BD3A843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A4BE8C65-9CA8-434F-9CE2-9C6128E5E6FE}">
      <dgm:prSet custT="1"/>
      <dgm:spPr/>
      <dgm:t>
        <a:bodyPr/>
        <a:lstStyle/>
        <a:p>
          <a:pPr marL="0" algn="l"/>
          <a:r>
            <a:rPr lang="en-SG" sz="2000" b="1" dirty="0"/>
            <a:t>Offline training</a:t>
          </a:r>
          <a:endParaRPr lang="en-SG" sz="2000" dirty="0"/>
        </a:p>
      </dgm:t>
    </dgm:pt>
    <dgm:pt modelId="{43654CD3-B29E-47CD-BD21-EF9A2CF70175}" type="parTrans" cxnId="{2A8ED861-4855-4CA5-A1CB-E20D629F75EA}">
      <dgm:prSet/>
      <dgm:spPr/>
      <dgm:t>
        <a:bodyPr/>
        <a:lstStyle/>
        <a:p>
          <a:endParaRPr lang="en-SG"/>
        </a:p>
      </dgm:t>
    </dgm:pt>
    <dgm:pt modelId="{C6B6C62D-AF44-4FF7-8C30-51320AD1CAA9}" type="sibTrans" cxnId="{2A8ED861-4855-4CA5-A1CB-E20D629F75EA}">
      <dgm:prSet/>
      <dgm:spPr/>
      <dgm:t>
        <a:bodyPr/>
        <a:lstStyle/>
        <a:p>
          <a:endParaRPr lang="en-SG"/>
        </a:p>
      </dgm:t>
    </dgm:pt>
    <dgm:pt modelId="{A285F837-A9EB-4AF5-92F2-78AB5F9D1E79}">
      <dgm:prSet custT="1"/>
      <dgm:spPr/>
      <dgm:t>
        <a:bodyPr/>
        <a:lstStyle/>
        <a:p>
          <a:r>
            <a:rPr lang="en-SG" sz="2000" b="1" dirty="0"/>
            <a:t>Candidate generation</a:t>
          </a:r>
          <a:endParaRPr lang="en-SG" sz="2000" dirty="0"/>
        </a:p>
      </dgm:t>
    </dgm:pt>
    <dgm:pt modelId="{7C89892D-9E5A-4010-93C7-DE61A1D8849D}" type="parTrans" cxnId="{FC3BC0E9-4590-49B9-AD7A-B21EEE1EC765}">
      <dgm:prSet/>
      <dgm:spPr/>
      <dgm:t>
        <a:bodyPr/>
        <a:lstStyle/>
        <a:p>
          <a:endParaRPr lang="en-SG"/>
        </a:p>
      </dgm:t>
    </dgm:pt>
    <dgm:pt modelId="{0DC4A81C-E995-40F2-86DA-10E325F07AC2}" type="sibTrans" cxnId="{FC3BC0E9-4590-49B9-AD7A-B21EEE1EC765}">
      <dgm:prSet/>
      <dgm:spPr/>
      <dgm:t>
        <a:bodyPr/>
        <a:lstStyle/>
        <a:p>
          <a:endParaRPr lang="en-SG"/>
        </a:p>
      </dgm:t>
    </dgm:pt>
    <dgm:pt modelId="{EE8644FA-9679-49CB-AC86-EAB6DEA95994}">
      <dgm:prSet custT="1"/>
      <dgm:spPr/>
      <dgm:t>
        <a:bodyPr/>
        <a:lstStyle/>
        <a:p>
          <a:r>
            <a:rPr lang="en-SG" sz="2000" b="1" dirty="0"/>
            <a:t>Ranking</a:t>
          </a:r>
          <a:endParaRPr lang="en-SG" sz="2000" dirty="0"/>
        </a:p>
      </dgm:t>
    </dgm:pt>
    <dgm:pt modelId="{3F89D2C2-B44C-45B3-BC48-EB0F2B2A8E77}" type="parTrans" cxnId="{421C5006-6ED4-4D5F-9E26-B11C52AE9B54}">
      <dgm:prSet/>
      <dgm:spPr/>
      <dgm:t>
        <a:bodyPr/>
        <a:lstStyle/>
        <a:p>
          <a:endParaRPr lang="en-SG"/>
        </a:p>
      </dgm:t>
    </dgm:pt>
    <dgm:pt modelId="{4D1F425F-60A2-4FC7-8459-2973CF0E943B}" type="sibTrans" cxnId="{421C5006-6ED4-4D5F-9E26-B11C52AE9B54}">
      <dgm:prSet/>
      <dgm:spPr/>
      <dgm:t>
        <a:bodyPr/>
        <a:lstStyle/>
        <a:p>
          <a:endParaRPr lang="en-SG"/>
        </a:p>
      </dgm:t>
    </dgm:pt>
    <dgm:pt modelId="{FEBAD130-8E34-408A-9AAD-41B9D3E9599D}">
      <dgm:prSet custT="1"/>
      <dgm:spPr/>
      <dgm:t>
        <a:bodyPr/>
        <a:lstStyle/>
        <a:p>
          <a:r>
            <a:rPr lang="en-SG" sz="2000" b="1" dirty="0"/>
            <a:t>Re-ranking</a:t>
          </a:r>
          <a:endParaRPr lang="en-SG" sz="2000" dirty="0"/>
        </a:p>
      </dgm:t>
    </dgm:pt>
    <dgm:pt modelId="{2341A78A-B5AA-45D2-AAA0-4D1050E32AA3}" type="parTrans" cxnId="{7EE06707-9505-47B2-BB7B-DA2E10A943B6}">
      <dgm:prSet/>
      <dgm:spPr/>
      <dgm:t>
        <a:bodyPr/>
        <a:lstStyle/>
        <a:p>
          <a:endParaRPr lang="en-SG"/>
        </a:p>
      </dgm:t>
    </dgm:pt>
    <dgm:pt modelId="{6FA30B2F-F78B-42DD-A949-9D2CF05F80AC}" type="sibTrans" cxnId="{7EE06707-9505-47B2-BB7B-DA2E10A943B6}">
      <dgm:prSet/>
      <dgm:spPr/>
      <dgm:t>
        <a:bodyPr/>
        <a:lstStyle/>
        <a:p>
          <a:endParaRPr lang="en-SG"/>
        </a:p>
      </dgm:t>
    </dgm:pt>
    <dgm:pt modelId="{E040C8B7-CA81-4FA2-AC8C-9900EF256F06}">
      <dgm:prSet custT="1"/>
      <dgm:spPr/>
      <dgm:t>
        <a:bodyPr/>
        <a:lstStyle/>
        <a:p>
          <a:r>
            <a:rPr lang="en-SG" sz="2000" b="1" dirty="0"/>
            <a:t>Serving </a:t>
          </a:r>
          <a:r>
            <a:rPr lang="en-SG" sz="1000" b="0" dirty="0"/>
            <a:t>(separate training/serving pipeline)</a:t>
          </a:r>
          <a:endParaRPr lang="en-SG" sz="1000" dirty="0"/>
        </a:p>
      </dgm:t>
    </dgm:pt>
    <dgm:pt modelId="{B2B3BA69-5914-4A6A-A5C9-11B4E4673DAA}" type="parTrans" cxnId="{A9817F08-B1D0-4916-9716-380E3C13B375}">
      <dgm:prSet/>
      <dgm:spPr/>
      <dgm:t>
        <a:bodyPr/>
        <a:lstStyle/>
        <a:p>
          <a:endParaRPr lang="en-SG"/>
        </a:p>
      </dgm:t>
    </dgm:pt>
    <dgm:pt modelId="{8AEE597C-9724-4E54-86BC-A448A0361432}" type="sibTrans" cxnId="{A9817F08-B1D0-4916-9716-380E3C13B375}">
      <dgm:prSet/>
      <dgm:spPr/>
      <dgm:t>
        <a:bodyPr/>
        <a:lstStyle/>
        <a:p>
          <a:endParaRPr lang="en-SG"/>
        </a:p>
      </dgm:t>
    </dgm:pt>
    <dgm:pt modelId="{34B84298-C666-436B-A8A4-3D24BFDEEE8A}">
      <dgm:prSet custT="1"/>
      <dgm:spPr/>
      <dgm:t>
        <a:bodyPr/>
        <a:lstStyle/>
        <a:p>
          <a:pPr marL="0" indent="0" algn="just">
            <a:buNone/>
          </a:pPr>
          <a:r>
            <a:rPr lang="en-SG" sz="1400" b="0" dirty="0"/>
            <a:t>learns user and item embeddings representations.</a:t>
          </a:r>
        </a:p>
      </dgm:t>
    </dgm:pt>
    <dgm:pt modelId="{B0B438B7-53C5-46BE-B75F-BE5EEDD63288}" type="parTrans" cxnId="{AC3BAB61-9B4D-416A-94FB-8089E10D2966}">
      <dgm:prSet/>
      <dgm:spPr/>
      <dgm:t>
        <a:bodyPr/>
        <a:lstStyle/>
        <a:p>
          <a:endParaRPr lang="en-SG"/>
        </a:p>
      </dgm:t>
    </dgm:pt>
    <dgm:pt modelId="{0193E055-162A-4081-A269-79E3F09F1DEF}" type="sibTrans" cxnId="{AC3BAB61-9B4D-416A-94FB-8089E10D2966}">
      <dgm:prSet/>
      <dgm:spPr/>
      <dgm:t>
        <a:bodyPr/>
        <a:lstStyle/>
        <a:p>
          <a:endParaRPr lang="en-SG"/>
        </a:p>
      </dgm:t>
    </dgm:pt>
    <dgm:pt modelId="{F42CA869-CE81-4EB8-B426-F1C99AB27D5E}">
      <dgm:prSet custT="1"/>
      <dgm:spPr/>
      <dgm:t>
        <a:bodyPr/>
        <a:lstStyle/>
        <a:p>
          <a:pPr algn="just">
            <a:buNone/>
          </a:pPr>
          <a:r>
            <a:rPr lang="en-SG" sz="1400" b="1" dirty="0"/>
            <a:t>narrows the full catalog to a shorter list </a:t>
          </a:r>
          <a:r>
            <a:rPr lang="en-SG" sz="1400" b="0" dirty="0"/>
            <a:t>of likely items using embedding-based retrieval e.g., </a:t>
          </a:r>
          <a:r>
            <a:rPr lang="en-SG" sz="1400" b="1" dirty="0"/>
            <a:t>ANN search </a:t>
          </a:r>
          <a:r>
            <a:rPr lang="en-SG" sz="1400" b="0" dirty="0"/>
            <a:t>instead of full scan</a:t>
          </a:r>
        </a:p>
      </dgm:t>
    </dgm:pt>
    <dgm:pt modelId="{422CF58F-8ADB-4BF3-9151-903DEFFA84F3}" type="parTrans" cxnId="{26D80BBE-4FDD-43EE-8EC4-CCCEE3E350B2}">
      <dgm:prSet/>
      <dgm:spPr/>
      <dgm:t>
        <a:bodyPr/>
        <a:lstStyle/>
        <a:p>
          <a:endParaRPr lang="en-SG"/>
        </a:p>
      </dgm:t>
    </dgm:pt>
    <dgm:pt modelId="{133ACB53-D38A-4F23-B22F-0911AB81ECA3}" type="sibTrans" cxnId="{26D80BBE-4FDD-43EE-8EC4-CCCEE3E350B2}">
      <dgm:prSet/>
      <dgm:spPr/>
      <dgm:t>
        <a:bodyPr/>
        <a:lstStyle/>
        <a:p>
          <a:endParaRPr lang="en-SG"/>
        </a:p>
      </dgm:t>
    </dgm:pt>
    <dgm:pt modelId="{C4190D71-3948-4CCC-AFA4-2F457D2541B6}">
      <dgm:prSet custT="1"/>
      <dgm:spPr/>
      <dgm:t>
        <a:bodyPr/>
        <a:lstStyle/>
        <a:p>
          <a:pPr algn="just">
            <a:buNone/>
          </a:pPr>
          <a:r>
            <a:rPr lang="en-SG" sz="1400" b="1" dirty="0"/>
            <a:t>Scores </a:t>
          </a:r>
          <a:r>
            <a:rPr lang="en-SG" sz="1400" b="0" dirty="0"/>
            <a:t>the candidates set more precisely </a:t>
          </a:r>
          <a:r>
            <a:rPr lang="en-SG" sz="1400" b="1" dirty="0"/>
            <a:t>for ranking.</a:t>
          </a:r>
        </a:p>
      </dgm:t>
    </dgm:pt>
    <dgm:pt modelId="{B2FBDB90-8BD9-48FE-986D-0CA074B51814}" type="parTrans" cxnId="{670A2A66-3521-4AE1-8F31-3A52C00B5476}">
      <dgm:prSet/>
      <dgm:spPr/>
      <dgm:t>
        <a:bodyPr/>
        <a:lstStyle/>
        <a:p>
          <a:endParaRPr lang="en-SG"/>
        </a:p>
      </dgm:t>
    </dgm:pt>
    <dgm:pt modelId="{DBD08CE9-E221-4460-8AC1-C98A86928381}" type="sibTrans" cxnId="{670A2A66-3521-4AE1-8F31-3A52C00B5476}">
      <dgm:prSet/>
      <dgm:spPr/>
      <dgm:t>
        <a:bodyPr/>
        <a:lstStyle/>
        <a:p>
          <a:endParaRPr lang="en-SG"/>
        </a:p>
      </dgm:t>
    </dgm:pt>
    <dgm:pt modelId="{D63B5E17-D171-4F0E-BF41-FC9EC8973128}">
      <dgm:prSet custT="1"/>
      <dgm:spPr/>
      <dgm:t>
        <a:bodyPr/>
        <a:lstStyle/>
        <a:p>
          <a:pPr algn="just">
            <a:buNone/>
          </a:pPr>
          <a:r>
            <a:rPr lang="en-SG" sz="1400" b="1" dirty="0"/>
            <a:t>adjusts ranking for business rules </a:t>
          </a:r>
          <a:r>
            <a:rPr lang="en-SG" sz="1400" dirty="0"/>
            <a:t>(e.g., diversity to avoid similar items, freshness to prioritize newer content).</a:t>
          </a:r>
          <a:endParaRPr lang="en-SG" sz="1400" b="1" dirty="0"/>
        </a:p>
      </dgm:t>
    </dgm:pt>
    <dgm:pt modelId="{19B7866A-D9E9-41D5-BD94-6CF17357E8B8}" type="parTrans" cxnId="{956E92D3-712B-4F7A-9B6B-3BE9696D4F6A}">
      <dgm:prSet/>
      <dgm:spPr/>
      <dgm:t>
        <a:bodyPr/>
        <a:lstStyle/>
        <a:p>
          <a:endParaRPr lang="en-SG"/>
        </a:p>
      </dgm:t>
    </dgm:pt>
    <dgm:pt modelId="{BF85F12A-0EF5-4ED5-92CF-DF4284FB2F11}" type="sibTrans" cxnId="{956E92D3-712B-4F7A-9B6B-3BE9696D4F6A}">
      <dgm:prSet/>
      <dgm:spPr/>
      <dgm:t>
        <a:bodyPr/>
        <a:lstStyle/>
        <a:p>
          <a:endParaRPr lang="en-SG"/>
        </a:p>
      </dgm:t>
    </dgm:pt>
    <dgm:pt modelId="{B084F515-37DC-4A0E-AC87-2827C5FB3FA4}">
      <dgm:prSet custT="1"/>
      <dgm:spPr/>
      <dgm:t>
        <a:bodyPr/>
        <a:lstStyle/>
        <a:p>
          <a:pPr algn="just">
            <a:buNone/>
          </a:pPr>
          <a:r>
            <a:rPr lang="en-SG" sz="1400" dirty="0"/>
            <a:t>returns the </a:t>
          </a:r>
          <a:r>
            <a:rPr lang="en-SG" sz="1400" b="1" dirty="0"/>
            <a:t>final Top-K recommendations.</a:t>
          </a:r>
        </a:p>
      </dgm:t>
    </dgm:pt>
    <dgm:pt modelId="{3E5DC35A-2F19-4E55-A196-5B253B4C1F0B}" type="parTrans" cxnId="{0ACBFFE8-F214-4406-B01C-1FCEF2BCEE00}">
      <dgm:prSet/>
      <dgm:spPr/>
      <dgm:t>
        <a:bodyPr/>
        <a:lstStyle/>
        <a:p>
          <a:endParaRPr lang="en-SG"/>
        </a:p>
      </dgm:t>
    </dgm:pt>
    <dgm:pt modelId="{2844FE66-6F72-4702-A337-8A388D222E04}" type="sibTrans" cxnId="{0ACBFFE8-F214-4406-B01C-1FCEF2BCEE00}">
      <dgm:prSet/>
      <dgm:spPr/>
      <dgm:t>
        <a:bodyPr/>
        <a:lstStyle/>
        <a:p>
          <a:endParaRPr lang="en-SG"/>
        </a:p>
      </dgm:t>
    </dgm:pt>
    <dgm:pt modelId="{DC2FB0BA-20D6-4F23-9B9F-58CB1F202D57}">
      <dgm:prSet custT="1"/>
      <dgm:spPr/>
      <dgm:t>
        <a:bodyPr/>
        <a:lstStyle/>
        <a:p>
          <a:pPr algn="just"/>
          <a:r>
            <a:rPr lang="en-SG" sz="2000" b="1" dirty="0"/>
            <a:t>Periodically retrain</a:t>
          </a:r>
          <a:endParaRPr lang="en-SG" sz="2000" dirty="0"/>
        </a:p>
      </dgm:t>
    </dgm:pt>
    <dgm:pt modelId="{1809D0E0-88AC-4F84-8192-6C4350ED099A}" type="parTrans" cxnId="{A050B132-3AFF-4518-A0BD-5FB60062B348}">
      <dgm:prSet/>
      <dgm:spPr/>
      <dgm:t>
        <a:bodyPr/>
        <a:lstStyle/>
        <a:p>
          <a:endParaRPr lang="en-SG"/>
        </a:p>
      </dgm:t>
    </dgm:pt>
    <dgm:pt modelId="{DCB634D8-6EF7-423C-8FBC-DBD12C210A5C}" type="sibTrans" cxnId="{A050B132-3AFF-4518-A0BD-5FB60062B348}">
      <dgm:prSet/>
      <dgm:spPr/>
      <dgm:t>
        <a:bodyPr/>
        <a:lstStyle/>
        <a:p>
          <a:endParaRPr lang="en-SG"/>
        </a:p>
      </dgm:t>
    </dgm:pt>
    <dgm:pt modelId="{CDDFCF7F-0867-4124-94BC-F5EB90A3A3E3}">
      <dgm:prSet custT="1"/>
      <dgm:spPr/>
      <dgm:t>
        <a:bodyPr/>
        <a:lstStyle/>
        <a:p>
          <a:pPr>
            <a:buNone/>
          </a:pPr>
          <a:r>
            <a:rPr lang="en-SG" sz="1400" dirty="0"/>
            <a:t>the model to </a:t>
          </a:r>
          <a:r>
            <a:rPr lang="en-SG" sz="1400" b="1" dirty="0"/>
            <a:t>reflect changes in customer behaviour.</a:t>
          </a:r>
          <a:endParaRPr lang="en-SG" sz="1400" dirty="0"/>
        </a:p>
      </dgm:t>
    </dgm:pt>
    <dgm:pt modelId="{9A25998C-88CF-41D9-BCCC-E35EC5213122}" type="parTrans" cxnId="{43AF7A7F-B2C8-4313-8B6E-BC4CF8428729}">
      <dgm:prSet/>
      <dgm:spPr/>
      <dgm:t>
        <a:bodyPr/>
        <a:lstStyle/>
        <a:p>
          <a:endParaRPr lang="en-SG"/>
        </a:p>
      </dgm:t>
    </dgm:pt>
    <dgm:pt modelId="{FB3F80A0-C47D-40BB-94C2-AC78E67F1FC4}" type="sibTrans" cxnId="{43AF7A7F-B2C8-4313-8B6E-BC4CF8428729}">
      <dgm:prSet/>
      <dgm:spPr/>
      <dgm:t>
        <a:bodyPr/>
        <a:lstStyle/>
        <a:p>
          <a:endParaRPr lang="en-SG"/>
        </a:p>
      </dgm:t>
    </dgm:pt>
    <dgm:pt modelId="{6F59AB14-636D-4442-ABF2-11A74EB27B54}" type="pres">
      <dgm:prSet presAssocID="{F0BBA99E-262E-4B87-BFF0-5EE3BD3A8439}" presName="linear" presStyleCnt="0">
        <dgm:presLayoutVars>
          <dgm:dir/>
          <dgm:animLvl val="lvl"/>
          <dgm:resizeHandles val="exact"/>
        </dgm:presLayoutVars>
      </dgm:prSet>
      <dgm:spPr/>
    </dgm:pt>
    <dgm:pt modelId="{0C78273E-5204-4341-8223-4CB4C95C8A21}" type="pres">
      <dgm:prSet presAssocID="{A4BE8C65-9CA8-434F-9CE2-9C6128E5E6FE}" presName="parentLin" presStyleCnt="0"/>
      <dgm:spPr/>
    </dgm:pt>
    <dgm:pt modelId="{C33D52B8-7C35-4AC8-87A0-957D11D3BF68}" type="pres">
      <dgm:prSet presAssocID="{A4BE8C65-9CA8-434F-9CE2-9C6128E5E6FE}" presName="parentLeftMargin" presStyleLbl="node1" presStyleIdx="0" presStyleCnt="6"/>
      <dgm:spPr/>
    </dgm:pt>
    <dgm:pt modelId="{36E764A6-17A1-4966-B4DA-101E4459E36D}" type="pres">
      <dgm:prSet presAssocID="{A4BE8C65-9CA8-434F-9CE2-9C6128E5E6F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F6E8530-7D72-4450-84C1-D7AF92E34B39}" type="pres">
      <dgm:prSet presAssocID="{A4BE8C65-9CA8-434F-9CE2-9C6128E5E6FE}" presName="negativeSpace" presStyleCnt="0"/>
      <dgm:spPr/>
    </dgm:pt>
    <dgm:pt modelId="{D403DCA9-27B9-4485-9EF2-7672F3A9D815}" type="pres">
      <dgm:prSet presAssocID="{A4BE8C65-9CA8-434F-9CE2-9C6128E5E6FE}" presName="childText" presStyleLbl="conFgAcc1" presStyleIdx="0" presStyleCnt="6">
        <dgm:presLayoutVars>
          <dgm:bulletEnabled val="1"/>
        </dgm:presLayoutVars>
      </dgm:prSet>
      <dgm:spPr/>
    </dgm:pt>
    <dgm:pt modelId="{0927ACBA-429A-4D36-B318-2F04E0D50DE0}" type="pres">
      <dgm:prSet presAssocID="{C6B6C62D-AF44-4FF7-8C30-51320AD1CAA9}" presName="spaceBetweenRectangles" presStyleCnt="0"/>
      <dgm:spPr/>
    </dgm:pt>
    <dgm:pt modelId="{6DD630DD-993A-4C18-A2DC-C3A13AE4BC78}" type="pres">
      <dgm:prSet presAssocID="{A285F837-A9EB-4AF5-92F2-78AB5F9D1E79}" presName="parentLin" presStyleCnt="0"/>
      <dgm:spPr/>
    </dgm:pt>
    <dgm:pt modelId="{9D2F753B-1C88-4ED5-86E0-A5ED90B7C3A9}" type="pres">
      <dgm:prSet presAssocID="{A285F837-A9EB-4AF5-92F2-78AB5F9D1E79}" presName="parentLeftMargin" presStyleLbl="node1" presStyleIdx="0" presStyleCnt="6"/>
      <dgm:spPr/>
    </dgm:pt>
    <dgm:pt modelId="{0F89FA63-9572-4E2E-A99D-6E4F146A4869}" type="pres">
      <dgm:prSet presAssocID="{A285F837-A9EB-4AF5-92F2-78AB5F9D1E7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FD03C03-401F-418B-97EE-21BB60F82F14}" type="pres">
      <dgm:prSet presAssocID="{A285F837-A9EB-4AF5-92F2-78AB5F9D1E79}" presName="negativeSpace" presStyleCnt="0"/>
      <dgm:spPr/>
    </dgm:pt>
    <dgm:pt modelId="{E6739AA9-A3F5-4776-953F-276D1191D144}" type="pres">
      <dgm:prSet presAssocID="{A285F837-A9EB-4AF5-92F2-78AB5F9D1E79}" presName="childText" presStyleLbl="conFgAcc1" presStyleIdx="1" presStyleCnt="6">
        <dgm:presLayoutVars>
          <dgm:bulletEnabled val="1"/>
        </dgm:presLayoutVars>
      </dgm:prSet>
      <dgm:spPr/>
    </dgm:pt>
    <dgm:pt modelId="{CC53E5C4-5DD0-4238-B1E0-7877DA2E32B9}" type="pres">
      <dgm:prSet presAssocID="{0DC4A81C-E995-40F2-86DA-10E325F07AC2}" presName="spaceBetweenRectangles" presStyleCnt="0"/>
      <dgm:spPr/>
    </dgm:pt>
    <dgm:pt modelId="{55E8CD4F-BC0B-4D6C-8015-184622178EFE}" type="pres">
      <dgm:prSet presAssocID="{EE8644FA-9679-49CB-AC86-EAB6DEA95994}" presName="parentLin" presStyleCnt="0"/>
      <dgm:spPr/>
    </dgm:pt>
    <dgm:pt modelId="{55B21E20-0099-4B02-8ED4-E17FE943A112}" type="pres">
      <dgm:prSet presAssocID="{EE8644FA-9679-49CB-AC86-EAB6DEA95994}" presName="parentLeftMargin" presStyleLbl="node1" presStyleIdx="1" presStyleCnt="6"/>
      <dgm:spPr/>
    </dgm:pt>
    <dgm:pt modelId="{337C172A-0F11-46C7-9F36-39E1B31326BF}" type="pres">
      <dgm:prSet presAssocID="{EE8644FA-9679-49CB-AC86-EAB6DEA9599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B8CF1A7-3DB4-4EE6-8145-F7EA55451A4D}" type="pres">
      <dgm:prSet presAssocID="{EE8644FA-9679-49CB-AC86-EAB6DEA95994}" presName="negativeSpace" presStyleCnt="0"/>
      <dgm:spPr/>
    </dgm:pt>
    <dgm:pt modelId="{E11EC25D-5807-4290-B496-C3ADAF1B2514}" type="pres">
      <dgm:prSet presAssocID="{EE8644FA-9679-49CB-AC86-EAB6DEA95994}" presName="childText" presStyleLbl="conFgAcc1" presStyleIdx="2" presStyleCnt="6">
        <dgm:presLayoutVars>
          <dgm:bulletEnabled val="1"/>
        </dgm:presLayoutVars>
      </dgm:prSet>
      <dgm:spPr/>
    </dgm:pt>
    <dgm:pt modelId="{228CC6C3-009F-4E51-8E9E-F63EE8E04827}" type="pres">
      <dgm:prSet presAssocID="{4D1F425F-60A2-4FC7-8459-2973CF0E943B}" presName="spaceBetweenRectangles" presStyleCnt="0"/>
      <dgm:spPr/>
    </dgm:pt>
    <dgm:pt modelId="{7E6FD910-3053-4BB8-9DF6-BA682A79A1D8}" type="pres">
      <dgm:prSet presAssocID="{FEBAD130-8E34-408A-9AAD-41B9D3E9599D}" presName="parentLin" presStyleCnt="0"/>
      <dgm:spPr/>
    </dgm:pt>
    <dgm:pt modelId="{309FA988-0C54-4BCC-8D44-0B59CF387622}" type="pres">
      <dgm:prSet presAssocID="{FEBAD130-8E34-408A-9AAD-41B9D3E9599D}" presName="parentLeftMargin" presStyleLbl="node1" presStyleIdx="2" presStyleCnt="6"/>
      <dgm:spPr/>
    </dgm:pt>
    <dgm:pt modelId="{3ED1DD18-467D-4FA5-887D-22B85F20B566}" type="pres">
      <dgm:prSet presAssocID="{FEBAD130-8E34-408A-9AAD-41B9D3E9599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A88AF13-FB53-4D69-9C44-1CBDE06D9EFF}" type="pres">
      <dgm:prSet presAssocID="{FEBAD130-8E34-408A-9AAD-41B9D3E9599D}" presName="negativeSpace" presStyleCnt="0"/>
      <dgm:spPr/>
    </dgm:pt>
    <dgm:pt modelId="{CD59ACE8-7D59-4F3D-BA52-17F554211FC1}" type="pres">
      <dgm:prSet presAssocID="{FEBAD130-8E34-408A-9AAD-41B9D3E9599D}" presName="childText" presStyleLbl="conFgAcc1" presStyleIdx="3" presStyleCnt="6">
        <dgm:presLayoutVars>
          <dgm:bulletEnabled val="1"/>
        </dgm:presLayoutVars>
      </dgm:prSet>
      <dgm:spPr/>
    </dgm:pt>
    <dgm:pt modelId="{94910F57-1029-4CB2-99AB-7741B873C071}" type="pres">
      <dgm:prSet presAssocID="{6FA30B2F-F78B-42DD-A949-9D2CF05F80AC}" presName="spaceBetweenRectangles" presStyleCnt="0"/>
      <dgm:spPr/>
    </dgm:pt>
    <dgm:pt modelId="{E97B66CF-E0A7-4523-A1F5-C237C06C0CEC}" type="pres">
      <dgm:prSet presAssocID="{E040C8B7-CA81-4FA2-AC8C-9900EF256F06}" presName="parentLin" presStyleCnt="0"/>
      <dgm:spPr/>
    </dgm:pt>
    <dgm:pt modelId="{922B565B-26CD-4E35-AB97-9EECC0D6AC6D}" type="pres">
      <dgm:prSet presAssocID="{E040C8B7-CA81-4FA2-AC8C-9900EF256F06}" presName="parentLeftMargin" presStyleLbl="node1" presStyleIdx="3" presStyleCnt="6"/>
      <dgm:spPr/>
    </dgm:pt>
    <dgm:pt modelId="{5A467C53-D8CA-4623-B69F-62B06F4C19F3}" type="pres">
      <dgm:prSet presAssocID="{E040C8B7-CA81-4FA2-AC8C-9900EF256F0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29F1FE8-CDBE-45DB-A6B6-9E70A23CB357}" type="pres">
      <dgm:prSet presAssocID="{E040C8B7-CA81-4FA2-AC8C-9900EF256F06}" presName="negativeSpace" presStyleCnt="0"/>
      <dgm:spPr/>
    </dgm:pt>
    <dgm:pt modelId="{6E44D9C8-612D-48C4-A1F5-B35EB236BF5C}" type="pres">
      <dgm:prSet presAssocID="{E040C8B7-CA81-4FA2-AC8C-9900EF256F06}" presName="childText" presStyleLbl="conFgAcc1" presStyleIdx="4" presStyleCnt="6">
        <dgm:presLayoutVars>
          <dgm:bulletEnabled val="1"/>
        </dgm:presLayoutVars>
      </dgm:prSet>
      <dgm:spPr/>
    </dgm:pt>
    <dgm:pt modelId="{2E38EE1C-6C32-44DE-9B3F-D5DFE06D7697}" type="pres">
      <dgm:prSet presAssocID="{8AEE597C-9724-4E54-86BC-A448A0361432}" presName="spaceBetweenRectangles" presStyleCnt="0"/>
      <dgm:spPr/>
    </dgm:pt>
    <dgm:pt modelId="{B8C0D724-FBAA-40CC-9915-CBF84563EA31}" type="pres">
      <dgm:prSet presAssocID="{DC2FB0BA-20D6-4F23-9B9F-58CB1F202D57}" presName="parentLin" presStyleCnt="0"/>
      <dgm:spPr/>
    </dgm:pt>
    <dgm:pt modelId="{78449088-B5DF-40B7-80CD-62E1A0F923AF}" type="pres">
      <dgm:prSet presAssocID="{DC2FB0BA-20D6-4F23-9B9F-58CB1F202D57}" presName="parentLeftMargin" presStyleLbl="node1" presStyleIdx="4" presStyleCnt="6"/>
      <dgm:spPr/>
    </dgm:pt>
    <dgm:pt modelId="{41BAF3CF-75AE-40EA-B9CA-51A5A4ED5B0E}" type="pres">
      <dgm:prSet presAssocID="{DC2FB0BA-20D6-4F23-9B9F-58CB1F202D57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0CD1653-52C7-4C04-87BD-2609C1267795}" type="pres">
      <dgm:prSet presAssocID="{DC2FB0BA-20D6-4F23-9B9F-58CB1F202D57}" presName="negativeSpace" presStyleCnt="0"/>
      <dgm:spPr/>
    </dgm:pt>
    <dgm:pt modelId="{89D5E5CC-06E9-48FF-A660-2E48588B356B}" type="pres">
      <dgm:prSet presAssocID="{DC2FB0BA-20D6-4F23-9B9F-58CB1F202D5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37CA5B01-A23B-49E1-B6AC-428D777CB101}" type="presOf" srcId="{A4BE8C65-9CA8-434F-9CE2-9C6128E5E6FE}" destId="{36E764A6-17A1-4966-B4DA-101E4459E36D}" srcOrd="1" destOrd="0" presId="urn:microsoft.com/office/officeart/2005/8/layout/list1"/>
    <dgm:cxn modelId="{421C5006-6ED4-4D5F-9E26-B11C52AE9B54}" srcId="{F0BBA99E-262E-4B87-BFF0-5EE3BD3A8439}" destId="{EE8644FA-9679-49CB-AC86-EAB6DEA95994}" srcOrd="2" destOrd="0" parTransId="{3F89D2C2-B44C-45B3-BC48-EB0F2B2A8E77}" sibTransId="{4D1F425F-60A2-4FC7-8459-2973CF0E943B}"/>
    <dgm:cxn modelId="{7EE06707-9505-47B2-BB7B-DA2E10A943B6}" srcId="{F0BBA99E-262E-4B87-BFF0-5EE3BD3A8439}" destId="{FEBAD130-8E34-408A-9AAD-41B9D3E9599D}" srcOrd="3" destOrd="0" parTransId="{2341A78A-B5AA-45D2-AAA0-4D1050E32AA3}" sibTransId="{6FA30B2F-F78B-42DD-A949-9D2CF05F80AC}"/>
    <dgm:cxn modelId="{A9817F08-B1D0-4916-9716-380E3C13B375}" srcId="{F0BBA99E-262E-4B87-BFF0-5EE3BD3A8439}" destId="{E040C8B7-CA81-4FA2-AC8C-9900EF256F06}" srcOrd="4" destOrd="0" parTransId="{B2B3BA69-5914-4A6A-A5C9-11B4E4673DAA}" sibTransId="{8AEE597C-9724-4E54-86BC-A448A0361432}"/>
    <dgm:cxn modelId="{CC1DDB0B-67C5-4DA0-BFA3-672147A27FCC}" type="presOf" srcId="{EE8644FA-9679-49CB-AC86-EAB6DEA95994}" destId="{337C172A-0F11-46C7-9F36-39E1B31326BF}" srcOrd="1" destOrd="0" presId="urn:microsoft.com/office/officeart/2005/8/layout/list1"/>
    <dgm:cxn modelId="{7B1F2212-7A7F-49DE-AA33-D0811F20EFEE}" type="presOf" srcId="{A285F837-A9EB-4AF5-92F2-78AB5F9D1E79}" destId="{0F89FA63-9572-4E2E-A99D-6E4F146A4869}" srcOrd="1" destOrd="0" presId="urn:microsoft.com/office/officeart/2005/8/layout/list1"/>
    <dgm:cxn modelId="{F0E84C1F-F39D-4A1F-B8D2-E71E62B209A5}" type="presOf" srcId="{C4190D71-3948-4CCC-AFA4-2F457D2541B6}" destId="{E11EC25D-5807-4290-B496-C3ADAF1B2514}" srcOrd="0" destOrd="0" presId="urn:microsoft.com/office/officeart/2005/8/layout/list1"/>
    <dgm:cxn modelId="{05149420-792A-47D8-B634-48B0C894FD77}" type="presOf" srcId="{FEBAD130-8E34-408A-9AAD-41B9D3E9599D}" destId="{3ED1DD18-467D-4FA5-887D-22B85F20B566}" srcOrd="1" destOrd="0" presId="urn:microsoft.com/office/officeart/2005/8/layout/list1"/>
    <dgm:cxn modelId="{CC62D328-D9FA-47DD-9899-1B0E1BA3A84E}" type="presOf" srcId="{FEBAD130-8E34-408A-9AAD-41B9D3E9599D}" destId="{309FA988-0C54-4BCC-8D44-0B59CF387622}" srcOrd="0" destOrd="0" presId="urn:microsoft.com/office/officeart/2005/8/layout/list1"/>
    <dgm:cxn modelId="{339FCF31-111B-4DEB-A663-889BC3633C23}" type="presOf" srcId="{F42CA869-CE81-4EB8-B426-F1C99AB27D5E}" destId="{E6739AA9-A3F5-4776-953F-276D1191D144}" srcOrd="0" destOrd="0" presId="urn:microsoft.com/office/officeart/2005/8/layout/list1"/>
    <dgm:cxn modelId="{A050B132-3AFF-4518-A0BD-5FB60062B348}" srcId="{F0BBA99E-262E-4B87-BFF0-5EE3BD3A8439}" destId="{DC2FB0BA-20D6-4F23-9B9F-58CB1F202D57}" srcOrd="5" destOrd="0" parTransId="{1809D0E0-88AC-4F84-8192-6C4350ED099A}" sibTransId="{DCB634D8-6EF7-423C-8FBC-DBD12C210A5C}"/>
    <dgm:cxn modelId="{1FA6C03D-3900-4C76-9B3C-7F1FF2765E1B}" type="presOf" srcId="{E040C8B7-CA81-4FA2-AC8C-9900EF256F06}" destId="{922B565B-26CD-4E35-AB97-9EECC0D6AC6D}" srcOrd="0" destOrd="0" presId="urn:microsoft.com/office/officeart/2005/8/layout/list1"/>
    <dgm:cxn modelId="{AC3BAB61-9B4D-416A-94FB-8089E10D2966}" srcId="{A4BE8C65-9CA8-434F-9CE2-9C6128E5E6FE}" destId="{34B84298-C666-436B-A8A4-3D24BFDEEE8A}" srcOrd="0" destOrd="0" parTransId="{B0B438B7-53C5-46BE-B75F-BE5EEDD63288}" sibTransId="{0193E055-162A-4081-A269-79E3F09F1DEF}"/>
    <dgm:cxn modelId="{2A8ED861-4855-4CA5-A1CB-E20D629F75EA}" srcId="{F0BBA99E-262E-4B87-BFF0-5EE3BD3A8439}" destId="{A4BE8C65-9CA8-434F-9CE2-9C6128E5E6FE}" srcOrd="0" destOrd="0" parTransId="{43654CD3-B29E-47CD-BD21-EF9A2CF70175}" sibTransId="{C6B6C62D-AF44-4FF7-8C30-51320AD1CAA9}"/>
    <dgm:cxn modelId="{670A2A66-3521-4AE1-8F31-3A52C00B5476}" srcId="{EE8644FA-9679-49CB-AC86-EAB6DEA95994}" destId="{C4190D71-3948-4CCC-AFA4-2F457D2541B6}" srcOrd="0" destOrd="0" parTransId="{B2FBDB90-8BD9-48FE-986D-0CA074B51814}" sibTransId="{DBD08CE9-E221-4460-8AC1-C98A86928381}"/>
    <dgm:cxn modelId="{01E28767-F8D5-46D3-A2B4-42B2F3565B49}" type="presOf" srcId="{DC2FB0BA-20D6-4F23-9B9F-58CB1F202D57}" destId="{41BAF3CF-75AE-40EA-B9CA-51A5A4ED5B0E}" srcOrd="1" destOrd="0" presId="urn:microsoft.com/office/officeart/2005/8/layout/list1"/>
    <dgm:cxn modelId="{0856FE56-EDE9-44ED-8E25-C9BAE38D7F80}" type="presOf" srcId="{B084F515-37DC-4A0E-AC87-2827C5FB3FA4}" destId="{6E44D9C8-612D-48C4-A1F5-B35EB236BF5C}" srcOrd="0" destOrd="0" presId="urn:microsoft.com/office/officeart/2005/8/layout/list1"/>
    <dgm:cxn modelId="{A5654C7C-0ABB-4A70-940A-5C76F5BBAEA9}" type="presOf" srcId="{CDDFCF7F-0867-4124-94BC-F5EB90A3A3E3}" destId="{89D5E5CC-06E9-48FF-A660-2E48588B356B}" srcOrd="0" destOrd="0" presId="urn:microsoft.com/office/officeart/2005/8/layout/list1"/>
    <dgm:cxn modelId="{43AF7A7F-B2C8-4313-8B6E-BC4CF8428729}" srcId="{DC2FB0BA-20D6-4F23-9B9F-58CB1F202D57}" destId="{CDDFCF7F-0867-4124-94BC-F5EB90A3A3E3}" srcOrd="0" destOrd="0" parTransId="{9A25998C-88CF-41D9-BCCC-E35EC5213122}" sibTransId="{FB3F80A0-C47D-40BB-94C2-AC78E67F1FC4}"/>
    <dgm:cxn modelId="{034F249A-1059-4581-9BD7-0696BD79504E}" type="presOf" srcId="{F0BBA99E-262E-4B87-BFF0-5EE3BD3A8439}" destId="{6F59AB14-636D-4442-ABF2-11A74EB27B54}" srcOrd="0" destOrd="0" presId="urn:microsoft.com/office/officeart/2005/8/layout/list1"/>
    <dgm:cxn modelId="{ED836FA5-886B-44B3-BA3E-F9963F44F03D}" type="presOf" srcId="{EE8644FA-9679-49CB-AC86-EAB6DEA95994}" destId="{55B21E20-0099-4B02-8ED4-E17FE943A112}" srcOrd="0" destOrd="0" presId="urn:microsoft.com/office/officeart/2005/8/layout/list1"/>
    <dgm:cxn modelId="{C5BC6EB4-FF78-44E9-8B3D-1688D796DB6B}" type="presOf" srcId="{A285F837-A9EB-4AF5-92F2-78AB5F9D1E79}" destId="{9D2F753B-1C88-4ED5-86E0-A5ED90B7C3A9}" srcOrd="0" destOrd="0" presId="urn:microsoft.com/office/officeart/2005/8/layout/list1"/>
    <dgm:cxn modelId="{54CC31B8-97C6-497B-8623-ACAD982F776C}" type="presOf" srcId="{34B84298-C666-436B-A8A4-3D24BFDEEE8A}" destId="{D403DCA9-27B9-4485-9EF2-7672F3A9D815}" srcOrd="0" destOrd="0" presId="urn:microsoft.com/office/officeart/2005/8/layout/list1"/>
    <dgm:cxn modelId="{26D80BBE-4FDD-43EE-8EC4-CCCEE3E350B2}" srcId="{A285F837-A9EB-4AF5-92F2-78AB5F9D1E79}" destId="{F42CA869-CE81-4EB8-B426-F1C99AB27D5E}" srcOrd="0" destOrd="0" parTransId="{422CF58F-8ADB-4BF3-9151-903DEFFA84F3}" sibTransId="{133ACB53-D38A-4F23-B22F-0911AB81ECA3}"/>
    <dgm:cxn modelId="{89A8F6C9-6CD3-4C8F-8F0F-C62AAECB7D0C}" type="presOf" srcId="{DC2FB0BA-20D6-4F23-9B9F-58CB1F202D57}" destId="{78449088-B5DF-40B7-80CD-62E1A0F923AF}" srcOrd="0" destOrd="0" presId="urn:microsoft.com/office/officeart/2005/8/layout/list1"/>
    <dgm:cxn modelId="{956E92D3-712B-4F7A-9B6B-3BE9696D4F6A}" srcId="{FEBAD130-8E34-408A-9AAD-41B9D3E9599D}" destId="{D63B5E17-D171-4F0E-BF41-FC9EC8973128}" srcOrd="0" destOrd="0" parTransId="{19B7866A-D9E9-41D5-BD94-6CF17357E8B8}" sibTransId="{BF85F12A-0EF5-4ED5-92CF-DF4284FB2F11}"/>
    <dgm:cxn modelId="{EDE0FBD7-9315-469B-817A-23AB55B708CE}" type="presOf" srcId="{E040C8B7-CA81-4FA2-AC8C-9900EF256F06}" destId="{5A467C53-D8CA-4623-B69F-62B06F4C19F3}" srcOrd="1" destOrd="0" presId="urn:microsoft.com/office/officeart/2005/8/layout/list1"/>
    <dgm:cxn modelId="{0ACBFFE8-F214-4406-B01C-1FCEF2BCEE00}" srcId="{E040C8B7-CA81-4FA2-AC8C-9900EF256F06}" destId="{B084F515-37DC-4A0E-AC87-2827C5FB3FA4}" srcOrd="0" destOrd="0" parTransId="{3E5DC35A-2F19-4E55-A196-5B253B4C1F0B}" sibTransId="{2844FE66-6F72-4702-A337-8A388D222E04}"/>
    <dgm:cxn modelId="{FC3BC0E9-4590-49B9-AD7A-B21EEE1EC765}" srcId="{F0BBA99E-262E-4B87-BFF0-5EE3BD3A8439}" destId="{A285F837-A9EB-4AF5-92F2-78AB5F9D1E79}" srcOrd="1" destOrd="0" parTransId="{7C89892D-9E5A-4010-93C7-DE61A1D8849D}" sibTransId="{0DC4A81C-E995-40F2-86DA-10E325F07AC2}"/>
    <dgm:cxn modelId="{E8B5D3ED-E990-41FF-AD1D-B4BC5489FCCB}" type="presOf" srcId="{A4BE8C65-9CA8-434F-9CE2-9C6128E5E6FE}" destId="{C33D52B8-7C35-4AC8-87A0-957D11D3BF68}" srcOrd="0" destOrd="0" presId="urn:microsoft.com/office/officeart/2005/8/layout/list1"/>
    <dgm:cxn modelId="{1F87D4FB-0F26-46EA-AEB2-1B692D1180D5}" type="presOf" srcId="{D63B5E17-D171-4F0E-BF41-FC9EC8973128}" destId="{CD59ACE8-7D59-4F3D-BA52-17F554211FC1}" srcOrd="0" destOrd="0" presId="urn:microsoft.com/office/officeart/2005/8/layout/list1"/>
    <dgm:cxn modelId="{7CD2ACEB-72DB-4F05-A4BC-D7BDCF4BCB66}" type="presParOf" srcId="{6F59AB14-636D-4442-ABF2-11A74EB27B54}" destId="{0C78273E-5204-4341-8223-4CB4C95C8A21}" srcOrd="0" destOrd="0" presId="urn:microsoft.com/office/officeart/2005/8/layout/list1"/>
    <dgm:cxn modelId="{E20E0B41-C7AE-4B79-8F36-EB804B6F217D}" type="presParOf" srcId="{0C78273E-5204-4341-8223-4CB4C95C8A21}" destId="{C33D52B8-7C35-4AC8-87A0-957D11D3BF68}" srcOrd="0" destOrd="0" presId="urn:microsoft.com/office/officeart/2005/8/layout/list1"/>
    <dgm:cxn modelId="{BDAB64D9-745B-4932-83C0-8FF64B7CD0C5}" type="presParOf" srcId="{0C78273E-5204-4341-8223-4CB4C95C8A21}" destId="{36E764A6-17A1-4966-B4DA-101E4459E36D}" srcOrd="1" destOrd="0" presId="urn:microsoft.com/office/officeart/2005/8/layout/list1"/>
    <dgm:cxn modelId="{346C2569-D36F-4B01-B3AC-7AD074045046}" type="presParOf" srcId="{6F59AB14-636D-4442-ABF2-11A74EB27B54}" destId="{8F6E8530-7D72-4450-84C1-D7AF92E34B39}" srcOrd="1" destOrd="0" presId="urn:microsoft.com/office/officeart/2005/8/layout/list1"/>
    <dgm:cxn modelId="{56A2762C-A548-4DCE-B3D0-37A8387F6A4A}" type="presParOf" srcId="{6F59AB14-636D-4442-ABF2-11A74EB27B54}" destId="{D403DCA9-27B9-4485-9EF2-7672F3A9D815}" srcOrd="2" destOrd="0" presId="urn:microsoft.com/office/officeart/2005/8/layout/list1"/>
    <dgm:cxn modelId="{CF00F544-7FC2-4F06-92FC-4B706A409AE5}" type="presParOf" srcId="{6F59AB14-636D-4442-ABF2-11A74EB27B54}" destId="{0927ACBA-429A-4D36-B318-2F04E0D50DE0}" srcOrd="3" destOrd="0" presId="urn:microsoft.com/office/officeart/2005/8/layout/list1"/>
    <dgm:cxn modelId="{E7364F05-64D6-4A31-80F4-819C7EAC861E}" type="presParOf" srcId="{6F59AB14-636D-4442-ABF2-11A74EB27B54}" destId="{6DD630DD-993A-4C18-A2DC-C3A13AE4BC78}" srcOrd="4" destOrd="0" presId="urn:microsoft.com/office/officeart/2005/8/layout/list1"/>
    <dgm:cxn modelId="{776F640C-D217-4864-9EA0-7DF6461D02A8}" type="presParOf" srcId="{6DD630DD-993A-4C18-A2DC-C3A13AE4BC78}" destId="{9D2F753B-1C88-4ED5-86E0-A5ED90B7C3A9}" srcOrd="0" destOrd="0" presId="urn:microsoft.com/office/officeart/2005/8/layout/list1"/>
    <dgm:cxn modelId="{7C524849-BA5A-4EF7-A071-9E2CC2B473FA}" type="presParOf" srcId="{6DD630DD-993A-4C18-A2DC-C3A13AE4BC78}" destId="{0F89FA63-9572-4E2E-A99D-6E4F146A4869}" srcOrd="1" destOrd="0" presId="urn:microsoft.com/office/officeart/2005/8/layout/list1"/>
    <dgm:cxn modelId="{69C558CB-4275-43B6-9BB8-4B1FD511AA79}" type="presParOf" srcId="{6F59AB14-636D-4442-ABF2-11A74EB27B54}" destId="{7FD03C03-401F-418B-97EE-21BB60F82F14}" srcOrd="5" destOrd="0" presId="urn:microsoft.com/office/officeart/2005/8/layout/list1"/>
    <dgm:cxn modelId="{6B00E267-32E7-4500-83B5-549C94AEC004}" type="presParOf" srcId="{6F59AB14-636D-4442-ABF2-11A74EB27B54}" destId="{E6739AA9-A3F5-4776-953F-276D1191D144}" srcOrd="6" destOrd="0" presId="urn:microsoft.com/office/officeart/2005/8/layout/list1"/>
    <dgm:cxn modelId="{681442D0-918D-4A39-AA8B-1183CE84C97F}" type="presParOf" srcId="{6F59AB14-636D-4442-ABF2-11A74EB27B54}" destId="{CC53E5C4-5DD0-4238-B1E0-7877DA2E32B9}" srcOrd="7" destOrd="0" presId="urn:microsoft.com/office/officeart/2005/8/layout/list1"/>
    <dgm:cxn modelId="{C9F0F5C4-1254-4744-8CD2-703727EEDF95}" type="presParOf" srcId="{6F59AB14-636D-4442-ABF2-11A74EB27B54}" destId="{55E8CD4F-BC0B-4D6C-8015-184622178EFE}" srcOrd="8" destOrd="0" presId="urn:microsoft.com/office/officeart/2005/8/layout/list1"/>
    <dgm:cxn modelId="{0C9FF4B0-62BF-4698-8955-0A3B89A80E58}" type="presParOf" srcId="{55E8CD4F-BC0B-4D6C-8015-184622178EFE}" destId="{55B21E20-0099-4B02-8ED4-E17FE943A112}" srcOrd="0" destOrd="0" presId="urn:microsoft.com/office/officeart/2005/8/layout/list1"/>
    <dgm:cxn modelId="{264A2324-7A31-4992-9557-44855E858FC7}" type="presParOf" srcId="{55E8CD4F-BC0B-4D6C-8015-184622178EFE}" destId="{337C172A-0F11-46C7-9F36-39E1B31326BF}" srcOrd="1" destOrd="0" presId="urn:microsoft.com/office/officeart/2005/8/layout/list1"/>
    <dgm:cxn modelId="{A668D7C5-AB12-4A37-A1A6-47A84D90FACD}" type="presParOf" srcId="{6F59AB14-636D-4442-ABF2-11A74EB27B54}" destId="{2B8CF1A7-3DB4-4EE6-8145-F7EA55451A4D}" srcOrd="9" destOrd="0" presId="urn:microsoft.com/office/officeart/2005/8/layout/list1"/>
    <dgm:cxn modelId="{340DC857-E43A-4213-B3F8-27161FDC54BB}" type="presParOf" srcId="{6F59AB14-636D-4442-ABF2-11A74EB27B54}" destId="{E11EC25D-5807-4290-B496-C3ADAF1B2514}" srcOrd="10" destOrd="0" presId="urn:microsoft.com/office/officeart/2005/8/layout/list1"/>
    <dgm:cxn modelId="{B02BBBDF-02EC-47B3-BD5C-B6F58AACEE63}" type="presParOf" srcId="{6F59AB14-636D-4442-ABF2-11A74EB27B54}" destId="{228CC6C3-009F-4E51-8E9E-F63EE8E04827}" srcOrd="11" destOrd="0" presId="urn:microsoft.com/office/officeart/2005/8/layout/list1"/>
    <dgm:cxn modelId="{E0A47A50-F4D1-4A98-A274-84B94B6FA19B}" type="presParOf" srcId="{6F59AB14-636D-4442-ABF2-11A74EB27B54}" destId="{7E6FD910-3053-4BB8-9DF6-BA682A79A1D8}" srcOrd="12" destOrd="0" presId="urn:microsoft.com/office/officeart/2005/8/layout/list1"/>
    <dgm:cxn modelId="{8A0B5B0D-A442-4778-837B-C2DA05014E18}" type="presParOf" srcId="{7E6FD910-3053-4BB8-9DF6-BA682A79A1D8}" destId="{309FA988-0C54-4BCC-8D44-0B59CF387622}" srcOrd="0" destOrd="0" presId="urn:microsoft.com/office/officeart/2005/8/layout/list1"/>
    <dgm:cxn modelId="{020B8AB5-2ECF-494E-A45B-342FAD76EFCE}" type="presParOf" srcId="{7E6FD910-3053-4BB8-9DF6-BA682A79A1D8}" destId="{3ED1DD18-467D-4FA5-887D-22B85F20B566}" srcOrd="1" destOrd="0" presId="urn:microsoft.com/office/officeart/2005/8/layout/list1"/>
    <dgm:cxn modelId="{6EA5D978-26DC-4334-A5AE-5F77621666CE}" type="presParOf" srcId="{6F59AB14-636D-4442-ABF2-11A74EB27B54}" destId="{AA88AF13-FB53-4D69-9C44-1CBDE06D9EFF}" srcOrd="13" destOrd="0" presId="urn:microsoft.com/office/officeart/2005/8/layout/list1"/>
    <dgm:cxn modelId="{51DE9592-4990-4A10-AAF2-B39A8146F3B2}" type="presParOf" srcId="{6F59AB14-636D-4442-ABF2-11A74EB27B54}" destId="{CD59ACE8-7D59-4F3D-BA52-17F554211FC1}" srcOrd="14" destOrd="0" presId="urn:microsoft.com/office/officeart/2005/8/layout/list1"/>
    <dgm:cxn modelId="{895D66ED-5EBC-4B39-BBB8-CAE6788705BE}" type="presParOf" srcId="{6F59AB14-636D-4442-ABF2-11A74EB27B54}" destId="{94910F57-1029-4CB2-99AB-7741B873C071}" srcOrd="15" destOrd="0" presId="urn:microsoft.com/office/officeart/2005/8/layout/list1"/>
    <dgm:cxn modelId="{0CDB96C8-82F0-4A5E-BFEE-42EFD5758259}" type="presParOf" srcId="{6F59AB14-636D-4442-ABF2-11A74EB27B54}" destId="{E97B66CF-E0A7-4523-A1F5-C237C06C0CEC}" srcOrd="16" destOrd="0" presId="urn:microsoft.com/office/officeart/2005/8/layout/list1"/>
    <dgm:cxn modelId="{607F09F2-731D-41C5-BDC2-A63CD556C811}" type="presParOf" srcId="{E97B66CF-E0A7-4523-A1F5-C237C06C0CEC}" destId="{922B565B-26CD-4E35-AB97-9EECC0D6AC6D}" srcOrd="0" destOrd="0" presId="urn:microsoft.com/office/officeart/2005/8/layout/list1"/>
    <dgm:cxn modelId="{ACF253C3-158C-49D9-A4AA-C9435B5F3A4A}" type="presParOf" srcId="{E97B66CF-E0A7-4523-A1F5-C237C06C0CEC}" destId="{5A467C53-D8CA-4623-B69F-62B06F4C19F3}" srcOrd="1" destOrd="0" presId="urn:microsoft.com/office/officeart/2005/8/layout/list1"/>
    <dgm:cxn modelId="{9A243CFF-EB24-48FB-A300-B211A79FB112}" type="presParOf" srcId="{6F59AB14-636D-4442-ABF2-11A74EB27B54}" destId="{F29F1FE8-CDBE-45DB-A6B6-9E70A23CB357}" srcOrd="17" destOrd="0" presId="urn:microsoft.com/office/officeart/2005/8/layout/list1"/>
    <dgm:cxn modelId="{0251D739-1B4D-4200-BA84-E7357E85ED94}" type="presParOf" srcId="{6F59AB14-636D-4442-ABF2-11A74EB27B54}" destId="{6E44D9C8-612D-48C4-A1F5-B35EB236BF5C}" srcOrd="18" destOrd="0" presId="urn:microsoft.com/office/officeart/2005/8/layout/list1"/>
    <dgm:cxn modelId="{A254C06E-4283-46F8-AF84-BE3794FE0ECC}" type="presParOf" srcId="{6F59AB14-636D-4442-ABF2-11A74EB27B54}" destId="{2E38EE1C-6C32-44DE-9B3F-D5DFE06D7697}" srcOrd="19" destOrd="0" presId="urn:microsoft.com/office/officeart/2005/8/layout/list1"/>
    <dgm:cxn modelId="{E98F463A-8E55-47D9-A22C-5DA9B9E95DDA}" type="presParOf" srcId="{6F59AB14-636D-4442-ABF2-11A74EB27B54}" destId="{B8C0D724-FBAA-40CC-9915-CBF84563EA31}" srcOrd="20" destOrd="0" presId="urn:microsoft.com/office/officeart/2005/8/layout/list1"/>
    <dgm:cxn modelId="{8A91DAE4-6143-4A1C-AC3C-611B30D51AAA}" type="presParOf" srcId="{B8C0D724-FBAA-40CC-9915-CBF84563EA31}" destId="{78449088-B5DF-40B7-80CD-62E1A0F923AF}" srcOrd="0" destOrd="0" presId="urn:microsoft.com/office/officeart/2005/8/layout/list1"/>
    <dgm:cxn modelId="{3915DF4E-DDD0-4588-B732-5CC2A104D6F5}" type="presParOf" srcId="{B8C0D724-FBAA-40CC-9915-CBF84563EA31}" destId="{41BAF3CF-75AE-40EA-B9CA-51A5A4ED5B0E}" srcOrd="1" destOrd="0" presId="urn:microsoft.com/office/officeart/2005/8/layout/list1"/>
    <dgm:cxn modelId="{8BF9288D-793D-42B4-BB5F-9E70BFB3C88A}" type="presParOf" srcId="{6F59AB14-636D-4442-ABF2-11A74EB27B54}" destId="{70CD1653-52C7-4C04-87BD-2609C1267795}" srcOrd="21" destOrd="0" presId="urn:microsoft.com/office/officeart/2005/8/layout/list1"/>
    <dgm:cxn modelId="{FF030007-4E8C-407F-8CDA-A782F85662A8}" type="presParOf" srcId="{6F59AB14-636D-4442-ABF2-11A74EB27B54}" destId="{89D5E5CC-06E9-48FF-A660-2E48588B356B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BBA99E-262E-4B87-BFF0-5EE3BD3A843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A4BE8C65-9CA8-434F-9CE2-9C6128E5E6FE}">
      <dgm:prSet custT="1"/>
      <dgm:spPr/>
      <dgm:t>
        <a:bodyPr/>
        <a:lstStyle/>
        <a:p>
          <a:pPr marL="0" algn="l"/>
          <a:r>
            <a:rPr lang="en-SG" sz="2000" b="1" dirty="0"/>
            <a:t>Offline training</a:t>
          </a:r>
          <a:endParaRPr lang="en-SG" sz="2000" dirty="0"/>
        </a:p>
      </dgm:t>
    </dgm:pt>
    <dgm:pt modelId="{43654CD3-B29E-47CD-BD21-EF9A2CF70175}" type="parTrans" cxnId="{2A8ED861-4855-4CA5-A1CB-E20D629F75EA}">
      <dgm:prSet/>
      <dgm:spPr/>
      <dgm:t>
        <a:bodyPr/>
        <a:lstStyle/>
        <a:p>
          <a:endParaRPr lang="en-SG"/>
        </a:p>
      </dgm:t>
    </dgm:pt>
    <dgm:pt modelId="{C6B6C62D-AF44-4FF7-8C30-51320AD1CAA9}" type="sibTrans" cxnId="{2A8ED861-4855-4CA5-A1CB-E20D629F75EA}">
      <dgm:prSet/>
      <dgm:spPr/>
      <dgm:t>
        <a:bodyPr/>
        <a:lstStyle/>
        <a:p>
          <a:endParaRPr lang="en-SG"/>
        </a:p>
      </dgm:t>
    </dgm:pt>
    <dgm:pt modelId="{EE8644FA-9679-49CB-AC86-EAB6DEA95994}">
      <dgm:prSet custT="1"/>
      <dgm:spPr/>
      <dgm:t>
        <a:bodyPr/>
        <a:lstStyle/>
        <a:p>
          <a:r>
            <a:rPr lang="en-SG" sz="2000" b="1" dirty="0"/>
            <a:t>Ranking</a:t>
          </a:r>
          <a:endParaRPr lang="en-SG" sz="2000" dirty="0"/>
        </a:p>
      </dgm:t>
    </dgm:pt>
    <dgm:pt modelId="{3F89D2C2-B44C-45B3-BC48-EB0F2B2A8E77}" type="parTrans" cxnId="{421C5006-6ED4-4D5F-9E26-B11C52AE9B54}">
      <dgm:prSet/>
      <dgm:spPr/>
      <dgm:t>
        <a:bodyPr/>
        <a:lstStyle/>
        <a:p>
          <a:endParaRPr lang="en-SG"/>
        </a:p>
      </dgm:t>
    </dgm:pt>
    <dgm:pt modelId="{4D1F425F-60A2-4FC7-8459-2973CF0E943B}" type="sibTrans" cxnId="{421C5006-6ED4-4D5F-9E26-B11C52AE9B54}">
      <dgm:prSet/>
      <dgm:spPr/>
      <dgm:t>
        <a:bodyPr/>
        <a:lstStyle/>
        <a:p>
          <a:endParaRPr lang="en-SG"/>
        </a:p>
      </dgm:t>
    </dgm:pt>
    <dgm:pt modelId="{E040C8B7-CA81-4FA2-AC8C-9900EF256F06}">
      <dgm:prSet custT="1"/>
      <dgm:spPr/>
      <dgm:t>
        <a:bodyPr/>
        <a:lstStyle/>
        <a:p>
          <a:r>
            <a:rPr lang="en-SG" sz="2000" b="1" dirty="0"/>
            <a:t>Serving</a:t>
          </a:r>
          <a:endParaRPr lang="en-SG" sz="2000" dirty="0"/>
        </a:p>
      </dgm:t>
    </dgm:pt>
    <dgm:pt modelId="{B2B3BA69-5914-4A6A-A5C9-11B4E4673DAA}" type="parTrans" cxnId="{92D1F4B3-97A7-4C53-89FA-88A0858C784D}">
      <dgm:prSet/>
      <dgm:spPr/>
      <dgm:t>
        <a:bodyPr/>
        <a:lstStyle/>
        <a:p>
          <a:endParaRPr lang="en-SG"/>
        </a:p>
      </dgm:t>
    </dgm:pt>
    <dgm:pt modelId="{8AEE597C-9724-4E54-86BC-A448A0361432}" type="sibTrans" cxnId="{92D1F4B3-97A7-4C53-89FA-88A0858C784D}">
      <dgm:prSet/>
      <dgm:spPr/>
      <dgm:t>
        <a:bodyPr/>
        <a:lstStyle/>
        <a:p>
          <a:endParaRPr lang="en-SG"/>
        </a:p>
      </dgm:t>
    </dgm:pt>
    <dgm:pt modelId="{04AEAE16-03B4-4F8B-9847-4D15D26A398B}" type="pres">
      <dgm:prSet presAssocID="{F0BBA99E-262E-4B87-BFF0-5EE3BD3A8439}" presName="linearFlow" presStyleCnt="0">
        <dgm:presLayoutVars>
          <dgm:resizeHandles val="exact"/>
        </dgm:presLayoutVars>
      </dgm:prSet>
      <dgm:spPr/>
    </dgm:pt>
    <dgm:pt modelId="{C787D403-C90F-461C-A1E7-284A67BE4E9A}" type="pres">
      <dgm:prSet presAssocID="{A4BE8C65-9CA8-434F-9CE2-9C6128E5E6FE}" presName="node" presStyleLbl="node1" presStyleIdx="0" presStyleCnt="3">
        <dgm:presLayoutVars>
          <dgm:bulletEnabled val="1"/>
        </dgm:presLayoutVars>
      </dgm:prSet>
      <dgm:spPr/>
    </dgm:pt>
    <dgm:pt modelId="{11CADC25-FD5E-4418-BE29-09EB489C7C5B}" type="pres">
      <dgm:prSet presAssocID="{C6B6C62D-AF44-4FF7-8C30-51320AD1CAA9}" presName="sibTrans" presStyleLbl="sibTrans2D1" presStyleIdx="0" presStyleCnt="2"/>
      <dgm:spPr/>
    </dgm:pt>
    <dgm:pt modelId="{9A518C82-7A93-4F98-BAE4-EB04DD4A13B8}" type="pres">
      <dgm:prSet presAssocID="{C6B6C62D-AF44-4FF7-8C30-51320AD1CAA9}" presName="connectorText" presStyleLbl="sibTrans2D1" presStyleIdx="0" presStyleCnt="2"/>
      <dgm:spPr/>
    </dgm:pt>
    <dgm:pt modelId="{52CC5297-BE97-41BA-8E56-A195DF35637B}" type="pres">
      <dgm:prSet presAssocID="{EE8644FA-9679-49CB-AC86-EAB6DEA95994}" presName="node" presStyleLbl="node1" presStyleIdx="1" presStyleCnt="3">
        <dgm:presLayoutVars>
          <dgm:bulletEnabled val="1"/>
        </dgm:presLayoutVars>
      </dgm:prSet>
      <dgm:spPr/>
    </dgm:pt>
    <dgm:pt modelId="{E3CAD659-94B1-4B87-BAE2-E00FF7D43032}" type="pres">
      <dgm:prSet presAssocID="{4D1F425F-60A2-4FC7-8459-2973CF0E943B}" presName="sibTrans" presStyleLbl="sibTrans2D1" presStyleIdx="1" presStyleCnt="2"/>
      <dgm:spPr/>
    </dgm:pt>
    <dgm:pt modelId="{054B7CBE-634D-4059-995C-67033BC04A3E}" type="pres">
      <dgm:prSet presAssocID="{4D1F425F-60A2-4FC7-8459-2973CF0E943B}" presName="connectorText" presStyleLbl="sibTrans2D1" presStyleIdx="1" presStyleCnt="2"/>
      <dgm:spPr/>
    </dgm:pt>
    <dgm:pt modelId="{736D2A2E-FE10-49E7-B772-7A86E12F891F}" type="pres">
      <dgm:prSet presAssocID="{E040C8B7-CA81-4FA2-AC8C-9900EF256F06}" presName="node" presStyleLbl="node1" presStyleIdx="2" presStyleCnt="3">
        <dgm:presLayoutVars>
          <dgm:bulletEnabled val="1"/>
        </dgm:presLayoutVars>
      </dgm:prSet>
      <dgm:spPr/>
    </dgm:pt>
  </dgm:ptLst>
  <dgm:cxnLst>
    <dgm:cxn modelId="{421C5006-6ED4-4D5F-9E26-B11C52AE9B54}" srcId="{F0BBA99E-262E-4B87-BFF0-5EE3BD3A8439}" destId="{EE8644FA-9679-49CB-AC86-EAB6DEA95994}" srcOrd="1" destOrd="0" parTransId="{3F89D2C2-B44C-45B3-BC48-EB0F2B2A8E77}" sibTransId="{4D1F425F-60A2-4FC7-8459-2973CF0E943B}"/>
    <dgm:cxn modelId="{85427520-6993-4501-A7E1-259B7418E573}" type="presOf" srcId="{A4BE8C65-9CA8-434F-9CE2-9C6128E5E6FE}" destId="{C787D403-C90F-461C-A1E7-284A67BE4E9A}" srcOrd="0" destOrd="0" presId="urn:microsoft.com/office/officeart/2005/8/layout/process2"/>
    <dgm:cxn modelId="{2A8ED861-4855-4CA5-A1CB-E20D629F75EA}" srcId="{F0BBA99E-262E-4B87-BFF0-5EE3BD3A8439}" destId="{A4BE8C65-9CA8-434F-9CE2-9C6128E5E6FE}" srcOrd="0" destOrd="0" parTransId="{43654CD3-B29E-47CD-BD21-EF9A2CF70175}" sibTransId="{C6B6C62D-AF44-4FF7-8C30-51320AD1CAA9}"/>
    <dgm:cxn modelId="{DE5C9C9F-3ACB-4370-9ABD-006D1283C660}" type="presOf" srcId="{C6B6C62D-AF44-4FF7-8C30-51320AD1CAA9}" destId="{9A518C82-7A93-4F98-BAE4-EB04DD4A13B8}" srcOrd="1" destOrd="0" presId="urn:microsoft.com/office/officeart/2005/8/layout/process2"/>
    <dgm:cxn modelId="{8009CAA2-CEA1-4827-B8B5-0A6F6ED00780}" type="presOf" srcId="{C6B6C62D-AF44-4FF7-8C30-51320AD1CAA9}" destId="{11CADC25-FD5E-4418-BE29-09EB489C7C5B}" srcOrd="0" destOrd="0" presId="urn:microsoft.com/office/officeart/2005/8/layout/process2"/>
    <dgm:cxn modelId="{92D1F4B3-97A7-4C53-89FA-88A0858C784D}" srcId="{F0BBA99E-262E-4B87-BFF0-5EE3BD3A8439}" destId="{E040C8B7-CA81-4FA2-AC8C-9900EF256F06}" srcOrd="2" destOrd="0" parTransId="{B2B3BA69-5914-4A6A-A5C9-11B4E4673DAA}" sibTransId="{8AEE597C-9724-4E54-86BC-A448A0361432}"/>
    <dgm:cxn modelId="{A7945DC4-B59D-4FAA-99E6-6FF8A6EDFEDB}" type="presOf" srcId="{EE8644FA-9679-49CB-AC86-EAB6DEA95994}" destId="{52CC5297-BE97-41BA-8E56-A195DF35637B}" srcOrd="0" destOrd="0" presId="urn:microsoft.com/office/officeart/2005/8/layout/process2"/>
    <dgm:cxn modelId="{940BDCC4-3432-4EFB-9BCD-1BF671108932}" type="presOf" srcId="{E040C8B7-CA81-4FA2-AC8C-9900EF256F06}" destId="{736D2A2E-FE10-49E7-B772-7A86E12F891F}" srcOrd="0" destOrd="0" presId="urn:microsoft.com/office/officeart/2005/8/layout/process2"/>
    <dgm:cxn modelId="{E14330DD-20BE-4445-B102-E3522E19E66A}" type="presOf" srcId="{F0BBA99E-262E-4B87-BFF0-5EE3BD3A8439}" destId="{04AEAE16-03B4-4F8B-9847-4D15D26A398B}" srcOrd="0" destOrd="0" presId="urn:microsoft.com/office/officeart/2005/8/layout/process2"/>
    <dgm:cxn modelId="{E8E581E3-9CD4-4E17-A23A-0B60DD394CD6}" type="presOf" srcId="{4D1F425F-60A2-4FC7-8459-2973CF0E943B}" destId="{E3CAD659-94B1-4B87-BAE2-E00FF7D43032}" srcOrd="0" destOrd="0" presId="urn:microsoft.com/office/officeart/2005/8/layout/process2"/>
    <dgm:cxn modelId="{804FC4E7-B931-4050-A5F0-930CE9E2CE56}" type="presOf" srcId="{4D1F425F-60A2-4FC7-8459-2973CF0E943B}" destId="{054B7CBE-634D-4059-995C-67033BC04A3E}" srcOrd="1" destOrd="0" presId="urn:microsoft.com/office/officeart/2005/8/layout/process2"/>
    <dgm:cxn modelId="{1CD984B1-B196-4A99-86B5-2AE117D490E5}" type="presParOf" srcId="{04AEAE16-03B4-4F8B-9847-4D15D26A398B}" destId="{C787D403-C90F-461C-A1E7-284A67BE4E9A}" srcOrd="0" destOrd="0" presId="urn:microsoft.com/office/officeart/2005/8/layout/process2"/>
    <dgm:cxn modelId="{81B783ED-878F-446A-9DCE-05A04FF196F9}" type="presParOf" srcId="{04AEAE16-03B4-4F8B-9847-4D15D26A398B}" destId="{11CADC25-FD5E-4418-BE29-09EB489C7C5B}" srcOrd="1" destOrd="0" presId="urn:microsoft.com/office/officeart/2005/8/layout/process2"/>
    <dgm:cxn modelId="{0BEBA99A-7C0B-4A17-B2F5-B23A9550415A}" type="presParOf" srcId="{11CADC25-FD5E-4418-BE29-09EB489C7C5B}" destId="{9A518C82-7A93-4F98-BAE4-EB04DD4A13B8}" srcOrd="0" destOrd="0" presId="urn:microsoft.com/office/officeart/2005/8/layout/process2"/>
    <dgm:cxn modelId="{BC5D587D-799D-499A-A55E-A7C35C218E01}" type="presParOf" srcId="{04AEAE16-03B4-4F8B-9847-4D15D26A398B}" destId="{52CC5297-BE97-41BA-8E56-A195DF35637B}" srcOrd="2" destOrd="0" presId="urn:microsoft.com/office/officeart/2005/8/layout/process2"/>
    <dgm:cxn modelId="{0A292BAD-178F-4A71-87B2-BCA12021FF42}" type="presParOf" srcId="{04AEAE16-03B4-4F8B-9847-4D15D26A398B}" destId="{E3CAD659-94B1-4B87-BAE2-E00FF7D43032}" srcOrd="3" destOrd="0" presId="urn:microsoft.com/office/officeart/2005/8/layout/process2"/>
    <dgm:cxn modelId="{B6B3555F-E0DF-4536-B29D-A3A83D0F1EBD}" type="presParOf" srcId="{E3CAD659-94B1-4B87-BAE2-E00FF7D43032}" destId="{054B7CBE-634D-4059-995C-67033BC04A3E}" srcOrd="0" destOrd="0" presId="urn:microsoft.com/office/officeart/2005/8/layout/process2"/>
    <dgm:cxn modelId="{5ACACA1D-3C46-4384-97BE-5B63ED02C769}" type="presParOf" srcId="{04AEAE16-03B4-4F8B-9847-4D15D26A398B}" destId="{736D2A2E-FE10-49E7-B772-7A86E12F891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FD0A13F-4678-4B55-8095-54CD6AE4C91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89F0DA6A-CA5C-477D-A5FD-49AA811B1174}">
      <dgm:prSet custT="1"/>
      <dgm:spPr/>
      <dgm:t>
        <a:bodyPr/>
        <a:lstStyle/>
        <a:p>
          <a:r>
            <a:rPr lang="en-SG" sz="2000" b="1" dirty="0"/>
            <a:t>Popularity baseline</a:t>
          </a:r>
          <a:endParaRPr lang="en-SG" sz="2000" dirty="0"/>
        </a:p>
      </dgm:t>
    </dgm:pt>
    <dgm:pt modelId="{BCC44D17-1E0C-445A-8457-AD1C5429FE0F}" type="parTrans" cxnId="{F13A8BD6-2501-4658-BB3B-D4CD8F8AA6DD}">
      <dgm:prSet/>
      <dgm:spPr/>
      <dgm:t>
        <a:bodyPr/>
        <a:lstStyle/>
        <a:p>
          <a:endParaRPr lang="en-SG"/>
        </a:p>
      </dgm:t>
    </dgm:pt>
    <dgm:pt modelId="{6DC59D21-AA29-498E-B120-17015C88C2E5}" type="sibTrans" cxnId="{F13A8BD6-2501-4658-BB3B-D4CD8F8AA6DD}">
      <dgm:prSet/>
      <dgm:spPr/>
      <dgm:t>
        <a:bodyPr/>
        <a:lstStyle/>
        <a:p>
          <a:endParaRPr lang="en-SG"/>
        </a:p>
      </dgm:t>
    </dgm:pt>
    <dgm:pt modelId="{E7FE857F-7366-4996-87C6-A185C60DBC6D}">
      <dgm:prSet custT="1"/>
      <dgm:spPr/>
      <dgm:t>
        <a:bodyPr/>
        <a:lstStyle/>
        <a:p>
          <a:r>
            <a:rPr lang="en-SG" sz="2000" b="1" dirty="0"/>
            <a:t>TruncatedSVD</a:t>
          </a:r>
          <a:endParaRPr lang="en-SG" sz="2000" dirty="0"/>
        </a:p>
      </dgm:t>
    </dgm:pt>
    <dgm:pt modelId="{012FCDE2-844F-48E3-A775-3CE62BBB4914}" type="parTrans" cxnId="{18B948A1-A371-4B7C-92B6-A3B839900E65}">
      <dgm:prSet/>
      <dgm:spPr/>
      <dgm:t>
        <a:bodyPr/>
        <a:lstStyle/>
        <a:p>
          <a:endParaRPr lang="en-SG"/>
        </a:p>
      </dgm:t>
    </dgm:pt>
    <dgm:pt modelId="{BF955D90-49FD-4EB2-8FE0-FBC4E14A4E2F}" type="sibTrans" cxnId="{18B948A1-A371-4B7C-92B6-A3B839900E65}">
      <dgm:prSet/>
      <dgm:spPr/>
      <dgm:t>
        <a:bodyPr/>
        <a:lstStyle/>
        <a:p>
          <a:endParaRPr lang="en-SG"/>
        </a:p>
      </dgm:t>
    </dgm:pt>
    <dgm:pt modelId="{3D50F52A-323D-4194-9F9E-34ED4EE369E9}">
      <dgm:prSet custT="1"/>
      <dgm:spPr/>
      <dgm:t>
        <a:bodyPr/>
        <a:lstStyle/>
        <a:p>
          <a:r>
            <a:rPr lang="en-SG" sz="2000" b="1" dirty="0"/>
            <a:t>Deep models </a:t>
          </a:r>
          <a:r>
            <a:rPr lang="en-SG" sz="1000" b="0" dirty="0"/>
            <a:t>(not implemented here)</a:t>
          </a:r>
          <a:endParaRPr lang="en-SG" sz="1000" dirty="0"/>
        </a:p>
      </dgm:t>
    </dgm:pt>
    <dgm:pt modelId="{D5B3AA10-13A8-4AC0-91E7-D6D998BB2AEE}" type="parTrans" cxnId="{2E922941-69E6-4829-8EDA-A4D1E92CD49E}">
      <dgm:prSet/>
      <dgm:spPr/>
      <dgm:t>
        <a:bodyPr/>
        <a:lstStyle/>
        <a:p>
          <a:endParaRPr lang="en-SG"/>
        </a:p>
      </dgm:t>
    </dgm:pt>
    <dgm:pt modelId="{B5410924-C1A8-4D8E-9031-CB9F7F004A26}" type="sibTrans" cxnId="{2E922941-69E6-4829-8EDA-A4D1E92CD49E}">
      <dgm:prSet/>
      <dgm:spPr/>
      <dgm:t>
        <a:bodyPr/>
        <a:lstStyle/>
        <a:p>
          <a:endParaRPr lang="en-SG"/>
        </a:p>
      </dgm:t>
    </dgm:pt>
    <dgm:pt modelId="{658BA940-3FED-4E11-8286-484A389B5A1C}">
      <dgm:prSet custT="1"/>
      <dgm:spPr/>
      <dgm:t>
        <a:bodyPr/>
        <a:lstStyle/>
        <a:p>
          <a:r>
            <a:rPr lang="en-SG" sz="2000" b="1" dirty="0"/>
            <a:t>Offline vs online evaluation</a:t>
          </a:r>
          <a:endParaRPr lang="en-SG" sz="2000" dirty="0"/>
        </a:p>
      </dgm:t>
    </dgm:pt>
    <dgm:pt modelId="{BCCED97D-2A0F-4006-A538-D5A626712DA8}" type="parTrans" cxnId="{29FEBA5E-2005-46B3-99F9-84041DC0D231}">
      <dgm:prSet/>
      <dgm:spPr/>
      <dgm:t>
        <a:bodyPr/>
        <a:lstStyle/>
        <a:p>
          <a:endParaRPr lang="en-SG"/>
        </a:p>
      </dgm:t>
    </dgm:pt>
    <dgm:pt modelId="{47982F9A-4F13-45E9-A9B2-A03B8E7D9F21}" type="sibTrans" cxnId="{29FEBA5E-2005-46B3-99F9-84041DC0D231}">
      <dgm:prSet/>
      <dgm:spPr/>
      <dgm:t>
        <a:bodyPr/>
        <a:lstStyle/>
        <a:p>
          <a:endParaRPr lang="en-SG"/>
        </a:p>
      </dgm:t>
    </dgm:pt>
    <dgm:pt modelId="{957E4EA7-4BDD-4A65-8941-AF6001EE3F84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0" dirty="0"/>
            <a:t>Simple and robust, </a:t>
          </a:r>
          <a:r>
            <a:rPr lang="en-SG" sz="1400" b="1" dirty="0"/>
            <a:t>but not personalized.</a:t>
          </a:r>
        </a:p>
      </dgm:t>
    </dgm:pt>
    <dgm:pt modelId="{AB9E3747-177B-4A5A-8BF7-B9C6418D72B9}" type="parTrans" cxnId="{EBCF7573-0475-4B37-82BC-DD37E66BCC5B}">
      <dgm:prSet/>
      <dgm:spPr/>
      <dgm:t>
        <a:bodyPr/>
        <a:lstStyle/>
        <a:p>
          <a:endParaRPr lang="en-SG"/>
        </a:p>
      </dgm:t>
    </dgm:pt>
    <dgm:pt modelId="{16A30052-D4F8-426D-9905-68623216A375}" type="sibTrans" cxnId="{EBCF7573-0475-4B37-82BC-DD37E66BCC5B}">
      <dgm:prSet/>
      <dgm:spPr/>
      <dgm:t>
        <a:bodyPr/>
        <a:lstStyle/>
        <a:p>
          <a:endParaRPr lang="en-SG"/>
        </a:p>
      </dgm:t>
    </dgm:pt>
    <dgm:pt modelId="{B812EC1C-3A21-439C-99A9-717142F1DD32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0" dirty="0"/>
            <a:t>Learns latent user–item factors and works well on sparse data; strong interpretable baseline, </a:t>
          </a:r>
          <a:r>
            <a:rPr lang="en-SG" sz="1400" b="1" dirty="0"/>
            <a:t>but requires periodic retraining to reflect recent user behavior.</a:t>
          </a:r>
        </a:p>
      </dgm:t>
    </dgm:pt>
    <dgm:pt modelId="{17239E35-47E3-443E-B39E-585929F4BB24}" type="parTrans" cxnId="{7CBBDBA9-CD1B-465A-B959-82B9FDBB3CDA}">
      <dgm:prSet/>
      <dgm:spPr/>
      <dgm:t>
        <a:bodyPr/>
        <a:lstStyle/>
        <a:p>
          <a:endParaRPr lang="en-SG"/>
        </a:p>
      </dgm:t>
    </dgm:pt>
    <dgm:pt modelId="{5EC03C14-9154-4C8A-8356-002E4CFBAE6C}" type="sibTrans" cxnId="{7CBBDBA9-CD1B-465A-B959-82B9FDBB3CDA}">
      <dgm:prSet/>
      <dgm:spPr/>
      <dgm:t>
        <a:bodyPr/>
        <a:lstStyle/>
        <a:p>
          <a:endParaRPr lang="en-SG"/>
        </a:p>
      </dgm:t>
    </dgm:pt>
    <dgm:pt modelId="{0DB67A07-F84E-44ED-B59C-4E15F1CFD40C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1" dirty="0"/>
            <a:t>More scalable and expressive with richer features, but more complex to train, serve, and monitor.</a:t>
          </a:r>
        </a:p>
      </dgm:t>
    </dgm:pt>
    <dgm:pt modelId="{E29BBD8B-1465-43BD-BEA3-5EDCAF44EC5A}" type="parTrans" cxnId="{CB9FBB28-DAA9-4872-A436-B7E5A36A97D0}">
      <dgm:prSet/>
      <dgm:spPr/>
      <dgm:t>
        <a:bodyPr/>
        <a:lstStyle/>
        <a:p>
          <a:endParaRPr lang="en-SG"/>
        </a:p>
      </dgm:t>
    </dgm:pt>
    <dgm:pt modelId="{3BD9D258-A71E-4959-B5C5-814E8248D199}" type="sibTrans" cxnId="{CB9FBB28-DAA9-4872-A436-B7E5A36A97D0}">
      <dgm:prSet/>
      <dgm:spPr/>
      <dgm:t>
        <a:bodyPr/>
        <a:lstStyle/>
        <a:p>
          <a:endParaRPr lang="en-SG"/>
        </a:p>
      </dgm:t>
    </dgm:pt>
    <dgm:pt modelId="{7CE6D76B-2E37-4222-9470-2308FBF66B41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0" dirty="0"/>
            <a:t>Recall@K is used for offline model comparison; </a:t>
          </a:r>
          <a:r>
            <a:rPr lang="en-SG" sz="1400" b="1" dirty="0"/>
            <a:t>real business impact requires online A/B testing in production (not implemented here).</a:t>
          </a:r>
        </a:p>
      </dgm:t>
    </dgm:pt>
    <dgm:pt modelId="{77C6506C-4A83-4A90-8943-7E13ACDF0D25}" type="parTrans" cxnId="{607B81FD-1DC2-458B-93FF-20D3CBEE887E}">
      <dgm:prSet/>
      <dgm:spPr/>
      <dgm:t>
        <a:bodyPr/>
        <a:lstStyle/>
        <a:p>
          <a:endParaRPr lang="en-SG"/>
        </a:p>
      </dgm:t>
    </dgm:pt>
    <dgm:pt modelId="{816EC895-FE72-42E9-AB18-5822C3698508}" type="sibTrans" cxnId="{607B81FD-1DC2-458B-93FF-20D3CBEE887E}">
      <dgm:prSet/>
      <dgm:spPr/>
      <dgm:t>
        <a:bodyPr/>
        <a:lstStyle/>
        <a:p>
          <a:endParaRPr lang="en-SG"/>
        </a:p>
      </dgm:t>
    </dgm:pt>
    <dgm:pt modelId="{2DE972D9-B9A4-477E-BA61-6C914E437712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2000" b="1" dirty="0"/>
            <a:t>Cold start</a:t>
          </a:r>
        </a:p>
      </dgm:t>
    </dgm:pt>
    <dgm:pt modelId="{2F2AF508-C07D-4650-9A3A-8CF8D68A8873}" type="parTrans" cxnId="{849A657A-09CA-4765-8BAF-3172353FBAEC}">
      <dgm:prSet/>
      <dgm:spPr/>
      <dgm:t>
        <a:bodyPr/>
        <a:lstStyle/>
        <a:p>
          <a:endParaRPr lang="en-SG"/>
        </a:p>
      </dgm:t>
    </dgm:pt>
    <dgm:pt modelId="{1C3A63F4-AD62-4F32-B1A4-F4C077957B50}" type="sibTrans" cxnId="{849A657A-09CA-4765-8BAF-3172353FBAEC}">
      <dgm:prSet/>
      <dgm:spPr/>
      <dgm:t>
        <a:bodyPr/>
        <a:lstStyle/>
        <a:p>
          <a:endParaRPr lang="en-SG"/>
        </a:p>
      </dgm:t>
    </dgm:pt>
    <dgm:pt modelId="{78B70756-9C19-4631-9CDF-C01120E869D6}">
      <dgm:prSet custT="1"/>
      <dgm:spPr/>
      <dgm:t>
        <a:bodyPr/>
        <a:lstStyle/>
        <a:p>
          <a:pPr marL="0" indent="0" algn="just">
            <a:buNone/>
          </a:pPr>
          <a:r>
            <a:rPr lang="en-SG" sz="1400" b="1" dirty="0"/>
            <a:t>New users/items lack interaction data; </a:t>
          </a:r>
          <a:r>
            <a:rPr lang="en-SG" sz="1400" b="0" dirty="0"/>
            <a:t>a </a:t>
          </a:r>
          <a:r>
            <a:rPr lang="en-SG" sz="1400" b="1" dirty="0"/>
            <a:t>practical fallback </a:t>
          </a:r>
          <a:r>
            <a:rPr lang="en-SG" sz="1400" b="0" dirty="0"/>
            <a:t>is </a:t>
          </a:r>
          <a:r>
            <a:rPr lang="en-SG" sz="1400" b="1" dirty="0"/>
            <a:t>popularity-based</a:t>
          </a:r>
          <a:r>
            <a:rPr lang="en-SG" sz="1400" b="0" dirty="0"/>
            <a:t> recommendations. </a:t>
          </a:r>
        </a:p>
      </dgm:t>
    </dgm:pt>
    <dgm:pt modelId="{0F5EFD1F-EAEA-4981-8264-EF0172D0A85E}" type="parTrans" cxnId="{E1A75A26-C877-496D-AC92-F1CE5C46AB51}">
      <dgm:prSet/>
      <dgm:spPr/>
      <dgm:t>
        <a:bodyPr/>
        <a:lstStyle/>
        <a:p>
          <a:endParaRPr lang="en-SG"/>
        </a:p>
      </dgm:t>
    </dgm:pt>
    <dgm:pt modelId="{65F151B6-FFF0-422B-8E39-89F9F0D60CAF}" type="sibTrans" cxnId="{E1A75A26-C877-496D-AC92-F1CE5C46AB51}">
      <dgm:prSet/>
      <dgm:spPr/>
      <dgm:t>
        <a:bodyPr/>
        <a:lstStyle/>
        <a:p>
          <a:endParaRPr lang="en-SG"/>
        </a:p>
      </dgm:t>
    </dgm:pt>
    <dgm:pt modelId="{C17C97B0-12B4-48C0-A1BD-E3D2FA332E72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In production systems, start with</a:t>
          </a:r>
          <a:r>
            <a:rPr lang="en-SG" sz="1400" b="0" dirty="0"/>
            <a:t> simple user signals (e.g., onboarding preferences) matched to item attributes like genres </a:t>
          </a:r>
          <a:r>
            <a:rPr lang="en-SG" sz="1400" b="1" dirty="0"/>
            <a:t>(content-based)</a:t>
          </a:r>
        </a:p>
      </dgm:t>
    </dgm:pt>
    <dgm:pt modelId="{50D82D7C-6A00-4A13-B580-7C114BF8625D}" type="parTrans" cxnId="{A6CCE852-6C7D-4F42-89B1-AB74BF4BDF5D}">
      <dgm:prSet/>
      <dgm:spPr/>
      <dgm:t>
        <a:bodyPr/>
        <a:lstStyle/>
        <a:p>
          <a:endParaRPr lang="en-SG"/>
        </a:p>
      </dgm:t>
    </dgm:pt>
    <dgm:pt modelId="{0E616787-107C-46B9-83BF-4DD800B7149F}" type="sibTrans" cxnId="{A6CCE852-6C7D-4F42-89B1-AB74BF4BDF5D}">
      <dgm:prSet/>
      <dgm:spPr/>
      <dgm:t>
        <a:bodyPr/>
        <a:lstStyle/>
        <a:p>
          <a:endParaRPr lang="en-SG"/>
        </a:p>
      </dgm:t>
    </dgm:pt>
    <dgm:pt modelId="{B397A124-B807-4EE1-8BFA-7B3882DBC033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Then shift to </a:t>
          </a:r>
          <a:r>
            <a:rPr lang="en-SG" sz="1400" b="0" dirty="0"/>
            <a:t>behavior-based personalization </a:t>
          </a:r>
          <a:r>
            <a:rPr lang="en-SG" sz="1400" b="1" dirty="0"/>
            <a:t>(collaborative filtering)</a:t>
          </a:r>
          <a:r>
            <a:rPr lang="en-SG" sz="1400" b="0" dirty="0"/>
            <a:t> </a:t>
          </a:r>
          <a:r>
            <a:rPr lang="en-SG" sz="1400" b="1" dirty="0"/>
            <a:t>as more interaction data becomes available.</a:t>
          </a:r>
        </a:p>
      </dgm:t>
    </dgm:pt>
    <dgm:pt modelId="{6F783317-5007-46AB-9D66-E2392DFDE94D}" type="parTrans" cxnId="{2914DD0C-7B61-4E96-9C55-811BFA9139AD}">
      <dgm:prSet/>
      <dgm:spPr/>
      <dgm:t>
        <a:bodyPr/>
        <a:lstStyle/>
        <a:p>
          <a:endParaRPr lang="en-SG"/>
        </a:p>
      </dgm:t>
    </dgm:pt>
    <dgm:pt modelId="{8696D363-5B6D-46A6-AB55-FE9881EE1911}" type="sibTrans" cxnId="{2914DD0C-7B61-4E96-9C55-811BFA9139AD}">
      <dgm:prSet/>
      <dgm:spPr/>
      <dgm:t>
        <a:bodyPr/>
        <a:lstStyle/>
        <a:p>
          <a:endParaRPr lang="en-SG"/>
        </a:p>
      </dgm:t>
    </dgm:pt>
    <dgm:pt modelId="{05B2FEE8-3C2F-49FA-9FA4-788BB694D208}" type="pres">
      <dgm:prSet presAssocID="{4FD0A13F-4678-4B55-8095-54CD6AE4C914}" presName="linear" presStyleCnt="0">
        <dgm:presLayoutVars>
          <dgm:dir/>
          <dgm:animLvl val="lvl"/>
          <dgm:resizeHandles val="exact"/>
        </dgm:presLayoutVars>
      </dgm:prSet>
      <dgm:spPr/>
    </dgm:pt>
    <dgm:pt modelId="{B8747ECE-FC1F-47E2-94F0-976304165D4B}" type="pres">
      <dgm:prSet presAssocID="{89F0DA6A-CA5C-477D-A5FD-49AA811B1174}" presName="parentLin" presStyleCnt="0"/>
      <dgm:spPr/>
    </dgm:pt>
    <dgm:pt modelId="{1A62BE2D-96F2-4549-AD70-AA571D0FEAFA}" type="pres">
      <dgm:prSet presAssocID="{89F0DA6A-CA5C-477D-A5FD-49AA811B1174}" presName="parentLeftMargin" presStyleLbl="node1" presStyleIdx="0" presStyleCnt="5"/>
      <dgm:spPr/>
    </dgm:pt>
    <dgm:pt modelId="{8B8F4680-CA2C-4C4D-84F6-6BE1D156C9DB}" type="pres">
      <dgm:prSet presAssocID="{89F0DA6A-CA5C-477D-A5FD-49AA811B11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7696480-15C1-49CA-B7F4-E7E7D006652A}" type="pres">
      <dgm:prSet presAssocID="{89F0DA6A-CA5C-477D-A5FD-49AA811B1174}" presName="negativeSpace" presStyleCnt="0"/>
      <dgm:spPr/>
    </dgm:pt>
    <dgm:pt modelId="{C2DD8FBB-21B5-4CDA-BEFE-64988D733F5C}" type="pres">
      <dgm:prSet presAssocID="{89F0DA6A-CA5C-477D-A5FD-49AA811B1174}" presName="childText" presStyleLbl="conFgAcc1" presStyleIdx="0" presStyleCnt="5">
        <dgm:presLayoutVars>
          <dgm:bulletEnabled val="1"/>
        </dgm:presLayoutVars>
      </dgm:prSet>
      <dgm:spPr/>
    </dgm:pt>
    <dgm:pt modelId="{BFEE6B06-776F-428C-B8C2-5706DD520130}" type="pres">
      <dgm:prSet presAssocID="{6DC59D21-AA29-498E-B120-17015C88C2E5}" presName="spaceBetweenRectangles" presStyleCnt="0"/>
      <dgm:spPr/>
    </dgm:pt>
    <dgm:pt modelId="{3A7627DC-7185-4C3D-97D9-4E69CBA8FCF2}" type="pres">
      <dgm:prSet presAssocID="{E7FE857F-7366-4996-87C6-A185C60DBC6D}" presName="parentLin" presStyleCnt="0"/>
      <dgm:spPr/>
    </dgm:pt>
    <dgm:pt modelId="{BA6221E7-0A3A-4360-9A5B-6C7C2CF58A8D}" type="pres">
      <dgm:prSet presAssocID="{E7FE857F-7366-4996-87C6-A185C60DBC6D}" presName="parentLeftMargin" presStyleLbl="node1" presStyleIdx="0" presStyleCnt="5"/>
      <dgm:spPr/>
    </dgm:pt>
    <dgm:pt modelId="{8B6B8C49-65EC-4591-928A-F1DF94FFDE86}" type="pres">
      <dgm:prSet presAssocID="{E7FE857F-7366-4996-87C6-A185C60DBC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D98E8D0-D855-4BAE-9E19-07AA96B55671}" type="pres">
      <dgm:prSet presAssocID="{E7FE857F-7366-4996-87C6-A185C60DBC6D}" presName="negativeSpace" presStyleCnt="0"/>
      <dgm:spPr/>
    </dgm:pt>
    <dgm:pt modelId="{F63E34ED-7F6A-42F1-85CD-B80F877172A9}" type="pres">
      <dgm:prSet presAssocID="{E7FE857F-7366-4996-87C6-A185C60DBC6D}" presName="childText" presStyleLbl="conFgAcc1" presStyleIdx="1" presStyleCnt="5" custLinFactNeighborX="-331">
        <dgm:presLayoutVars>
          <dgm:bulletEnabled val="1"/>
        </dgm:presLayoutVars>
      </dgm:prSet>
      <dgm:spPr/>
    </dgm:pt>
    <dgm:pt modelId="{23E81CE8-B5B4-49EE-9A06-7D80FAB4E29E}" type="pres">
      <dgm:prSet presAssocID="{BF955D90-49FD-4EB2-8FE0-FBC4E14A4E2F}" presName="spaceBetweenRectangles" presStyleCnt="0"/>
      <dgm:spPr/>
    </dgm:pt>
    <dgm:pt modelId="{95E5FA78-F7FB-4EB8-AF73-163D5498129B}" type="pres">
      <dgm:prSet presAssocID="{3D50F52A-323D-4194-9F9E-34ED4EE369E9}" presName="parentLin" presStyleCnt="0"/>
      <dgm:spPr/>
    </dgm:pt>
    <dgm:pt modelId="{8C116B7B-9A0F-472F-BABF-3E5719AEED7D}" type="pres">
      <dgm:prSet presAssocID="{3D50F52A-323D-4194-9F9E-34ED4EE369E9}" presName="parentLeftMargin" presStyleLbl="node1" presStyleIdx="1" presStyleCnt="5"/>
      <dgm:spPr/>
    </dgm:pt>
    <dgm:pt modelId="{F462B781-B386-43CD-8197-299DB096FEAA}" type="pres">
      <dgm:prSet presAssocID="{3D50F52A-323D-4194-9F9E-34ED4EE369E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9708CE4-347D-4CA8-A9C0-EA3718BB19C5}" type="pres">
      <dgm:prSet presAssocID="{3D50F52A-323D-4194-9F9E-34ED4EE369E9}" presName="negativeSpace" presStyleCnt="0"/>
      <dgm:spPr/>
    </dgm:pt>
    <dgm:pt modelId="{C5619156-51C5-47D1-A55A-CBFA4E0C71B6}" type="pres">
      <dgm:prSet presAssocID="{3D50F52A-323D-4194-9F9E-34ED4EE369E9}" presName="childText" presStyleLbl="conFgAcc1" presStyleIdx="2" presStyleCnt="5">
        <dgm:presLayoutVars>
          <dgm:bulletEnabled val="1"/>
        </dgm:presLayoutVars>
      </dgm:prSet>
      <dgm:spPr/>
    </dgm:pt>
    <dgm:pt modelId="{D9E5347B-45B0-4BD2-860A-68883E32CEFD}" type="pres">
      <dgm:prSet presAssocID="{B5410924-C1A8-4D8E-9031-CB9F7F004A26}" presName="spaceBetweenRectangles" presStyleCnt="0"/>
      <dgm:spPr/>
    </dgm:pt>
    <dgm:pt modelId="{454FF909-FDA5-4542-8984-59331774C584}" type="pres">
      <dgm:prSet presAssocID="{2DE972D9-B9A4-477E-BA61-6C914E437712}" presName="parentLin" presStyleCnt="0"/>
      <dgm:spPr/>
    </dgm:pt>
    <dgm:pt modelId="{81E2C3AA-A5B9-4BD7-9CD0-29E72D72C4EB}" type="pres">
      <dgm:prSet presAssocID="{2DE972D9-B9A4-477E-BA61-6C914E437712}" presName="parentLeftMargin" presStyleLbl="node1" presStyleIdx="2" presStyleCnt="5"/>
      <dgm:spPr/>
    </dgm:pt>
    <dgm:pt modelId="{7A020129-57C2-448A-8420-F11BF0850D13}" type="pres">
      <dgm:prSet presAssocID="{2DE972D9-B9A4-477E-BA61-6C914E43771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6EEB21D-59A1-4782-9E2B-FFA1392782C6}" type="pres">
      <dgm:prSet presAssocID="{2DE972D9-B9A4-477E-BA61-6C914E437712}" presName="negativeSpace" presStyleCnt="0"/>
      <dgm:spPr/>
    </dgm:pt>
    <dgm:pt modelId="{4768FE4E-691E-4AC9-B069-46FD3C1131AC}" type="pres">
      <dgm:prSet presAssocID="{2DE972D9-B9A4-477E-BA61-6C914E437712}" presName="childText" presStyleLbl="conFgAcc1" presStyleIdx="3" presStyleCnt="5">
        <dgm:presLayoutVars>
          <dgm:bulletEnabled val="1"/>
        </dgm:presLayoutVars>
      </dgm:prSet>
      <dgm:spPr/>
    </dgm:pt>
    <dgm:pt modelId="{9BE181A2-0930-4E13-A31E-CBF6CAF7B4B1}" type="pres">
      <dgm:prSet presAssocID="{1C3A63F4-AD62-4F32-B1A4-F4C077957B50}" presName="spaceBetweenRectangles" presStyleCnt="0"/>
      <dgm:spPr/>
    </dgm:pt>
    <dgm:pt modelId="{5C38ADCA-ED65-4797-997A-9354D0A4036E}" type="pres">
      <dgm:prSet presAssocID="{658BA940-3FED-4E11-8286-484A389B5A1C}" presName="parentLin" presStyleCnt="0"/>
      <dgm:spPr/>
    </dgm:pt>
    <dgm:pt modelId="{F1F28A5A-26C3-4156-A412-54AE7F1F9CD7}" type="pres">
      <dgm:prSet presAssocID="{658BA940-3FED-4E11-8286-484A389B5A1C}" presName="parentLeftMargin" presStyleLbl="node1" presStyleIdx="3" presStyleCnt="5"/>
      <dgm:spPr/>
    </dgm:pt>
    <dgm:pt modelId="{DF614574-EFC1-4289-910B-E8B42A67CD14}" type="pres">
      <dgm:prSet presAssocID="{658BA940-3FED-4E11-8286-484A389B5A1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6DDAFE9-12DE-4E74-AAF6-389CB1734B58}" type="pres">
      <dgm:prSet presAssocID="{658BA940-3FED-4E11-8286-484A389B5A1C}" presName="negativeSpace" presStyleCnt="0"/>
      <dgm:spPr/>
    </dgm:pt>
    <dgm:pt modelId="{E710EC2F-E1F8-4C39-8521-7B5E4CAB17EF}" type="pres">
      <dgm:prSet presAssocID="{658BA940-3FED-4E11-8286-484A389B5A1C}" presName="childText" presStyleLbl="conFgAcc1" presStyleIdx="4" presStyleCnt="5" custLinFactNeighborX="1060">
        <dgm:presLayoutVars>
          <dgm:bulletEnabled val="1"/>
        </dgm:presLayoutVars>
      </dgm:prSet>
      <dgm:spPr/>
    </dgm:pt>
  </dgm:ptLst>
  <dgm:cxnLst>
    <dgm:cxn modelId="{6192D905-6817-4464-8BA2-67AB16C09259}" type="presOf" srcId="{E7FE857F-7366-4996-87C6-A185C60DBC6D}" destId="{BA6221E7-0A3A-4360-9A5B-6C7C2CF58A8D}" srcOrd="0" destOrd="0" presId="urn:microsoft.com/office/officeart/2005/8/layout/list1"/>
    <dgm:cxn modelId="{2914DD0C-7B61-4E96-9C55-811BFA9139AD}" srcId="{2DE972D9-B9A4-477E-BA61-6C914E437712}" destId="{B397A124-B807-4EE1-8BFA-7B3882DBC033}" srcOrd="2" destOrd="0" parTransId="{6F783317-5007-46AB-9D66-E2392DFDE94D}" sibTransId="{8696D363-5B6D-46A6-AB55-FE9881EE1911}"/>
    <dgm:cxn modelId="{82E3FB14-06AC-46CB-B85E-2774576C08AC}" type="presOf" srcId="{4FD0A13F-4678-4B55-8095-54CD6AE4C914}" destId="{05B2FEE8-3C2F-49FA-9FA4-788BB694D208}" srcOrd="0" destOrd="0" presId="urn:microsoft.com/office/officeart/2005/8/layout/list1"/>
    <dgm:cxn modelId="{E1A75A26-C877-496D-AC92-F1CE5C46AB51}" srcId="{2DE972D9-B9A4-477E-BA61-6C914E437712}" destId="{78B70756-9C19-4631-9CDF-C01120E869D6}" srcOrd="0" destOrd="0" parTransId="{0F5EFD1F-EAEA-4981-8264-EF0172D0A85E}" sibTransId="{65F151B6-FFF0-422B-8E39-89F9F0D60CAF}"/>
    <dgm:cxn modelId="{CB9FBB28-DAA9-4872-A436-B7E5A36A97D0}" srcId="{3D50F52A-323D-4194-9F9E-34ED4EE369E9}" destId="{0DB67A07-F84E-44ED-B59C-4E15F1CFD40C}" srcOrd="0" destOrd="0" parTransId="{E29BBD8B-1465-43BD-BEA3-5EDCAF44EC5A}" sibTransId="{3BD9D258-A71E-4959-B5C5-814E8248D199}"/>
    <dgm:cxn modelId="{D8EFB931-33E1-426F-AE71-12E675C8024F}" type="presOf" srcId="{3D50F52A-323D-4194-9F9E-34ED4EE369E9}" destId="{8C116B7B-9A0F-472F-BABF-3E5719AEED7D}" srcOrd="0" destOrd="0" presId="urn:microsoft.com/office/officeart/2005/8/layout/list1"/>
    <dgm:cxn modelId="{D143FF36-FE4C-49DB-B64F-A439A9684348}" type="presOf" srcId="{89F0DA6A-CA5C-477D-A5FD-49AA811B1174}" destId="{8B8F4680-CA2C-4C4D-84F6-6BE1D156C9DB}" srcOrd="1" destOrd="0" presId="urn:microsoft.com/office/officeart/2005/8/layout/list1"/>
    <dgm:cxn modelId="{29FEBA5E-2005-46B3-99F9-84041DC0D231}" srcId="{4FD0A13F-4678-4B55-8095-54CD6AE4C914}" destId="{658BA940-3FED-4E11-8286-484A389B5A1C}" srcOrd="4" destOrd="0" parTransId="{BCCED97D-2A0F-4006-A538-D5A626712DA8}" sibTransId="{47982F9A-4F13-45E9-A9B2-A03B8E7D9F21}"/>
    <dgm:cxn modelId="{F624AE60-DC1D-44E6-8F77-787E01AD0CE2}" type="presOf" srcId="{89F0DA6A-CA5C-477D-A5FD-49AA811B1174}" destId="{1A62BE2D-96F2-4549-AD70-AA571D0FEAFA}" srcOrd="0" destOrd="0" presId="urn:microsoft.com/office/officeart/2005/8/layout/list1"/>
    <dgm:cxn modelId="{2E922941-69E6-4829-8EDA-A4D1E92CD49E}" srcId="{4FD0A13F-4678-4B55-8095-54CD6AE4C914}" destId="{3D50F52A-323D-4194-9F9E-34ED4EE369E9}" srcOrd="2" destOrd="0" parTransId="{D5B3AA10-13A8-4AC0-91E7-D6D998BB2AEE}" sibTransId="{B5410924-C1A8-4D8E-9031-CB9F7F004A26}"/>
    <dgm:cxn modelId="{C31EEE45-4B05-4BF3-8896-11BA315B44C9}" type="presOf" srcId="{0DB67A07-F84E-44ED-B59C-4E15F1CFD40C}" destId="{C5619156-51C5-47D1-A55A-CBFA4E0C71B6}" srcOrd="0" destOrd="0" presId="urn:microsoft.com/office/officeart/2005/8/layout/list1"/>
    <dgm:cxn modelId="{A6CCE852-6C7D-4F42-89B1-AB74BF4BDF5D}" srcId="{2DE972D9-B9A4-477E-BA61-6C914E437712}" destId="{C17C97B0-12B4-48C0-A1BD-E3D2FA332E72}" srcOrd="1" destOrd="0" parTransId="{50D82D7C-6A00-4A13-B580-7C114BF8625D}" sibTransId="{0E616787-107C-46B9-83BF-4DD800B7149F}"/>
    <dgm:cxn modelId="{EBCF7573-0475-4B37-82BC-DD37E66BCC5B}" srcId="{89F0DA6A-CA5C-477D-A5FD-49AA811B1174}" destId="{957E4EA7-4BDD-4A65-8941-AF6001EE3F84}" srcOrd="0" destOrd="0" parTransId="{AB9E3747-177B-4A5A-8BF7-B9C6418D72B9}" sibTransId="{16A30052-D4F8-426D-9905-68623216A375}"/>
    <dgm:cxn modelId="{6DDC4076-B371-4C0A-A5AC-ECAA7C07AD32}" type="presOf" srcId="{E7FE857F-7366-4996-87C6-A185C60DBC6D}" destId="{8B6B8C49-65EC-4591-928A-F1DF94FFDE86}" srcOrd="1" destOrd="0" presId="urn:microsoft.com/office/officeart/2005/8/layout/list1"/>
    <dgm:cxn modelId="{8B8D7659-714F-481D-A7E0-38D1792654B2}" type="presOf" srcId="{C17C97B0-12B4-48C0-A1BD-E3D2FA332E72}" destId="{4768FE4E-691E-4AC9-B069-46FD3C1131AC}" srcOrd="0" destOrd="1" presId="urn:microsoft.com/office/officeart/2005/8/layout/list1"/>
    <dgm:cxn modelId="{849A657A-09CA-4765-8BAF-3172353FBAEC}" srcId="{4FD0A13F-4678-4B55-8095-54CD6AE4C914}" destId="{2DE972D9-B9A4-477E-BA61-6C914E437712}" srcOrd="3" destOrd="0" parTransId="{2F2AF508-C07D-4650-9A3A-8CF8D68A8873}" sibTransId="{1C3A63F4-AD62-4F32-B1A4-F4C077957B50}"/>
    <dgm:cxn modelId="{147FAA80-5A62-4560-A882-52F34759EB45}" type="presOf" srcId="{B812EC1C-3A21-439C-99A9-717142F1DD32}" destId="{F63E34ED-7F6A-42F1-85CD-B80F877172A9}" srcOrd="0" destOrd="0" presId="urn:microsoft.com/office/officeart/2005/8/layout/list1"/>
    <dgm:cxn modelId="{6ADD1F81-A17E-414B-BD80-94CC90F71801}" type="presOf" srcId="{3D50F52A-323D-4194-9F9E-34ED4EE369E9}" destId="{F462B781-B386-43CD-8197-299DB096FEAA}" srcOrd="1" destOrd="0" presId="urn:microsoft.com/office/officeart/2005/8/layout/list1"/>
    <dgm:cxn modelId="{EC767483-DFF9-4D2B-88C8-5E9F49CA8F43}" type="presOf" srcId="{957E4EA7-4BDD-4A65-8941-AF6001EE3F84}" destId="{C2DD8FBB-21B5-4CDA-BEFE-64988D733F5C}" srcOrd="0" destOrd="0" presId="urn:microsoft.com/office/officeart/2005/8/layout/list1"/>
    <dgm:cxn modelId="{19661A92-A4F2-4D0C-B32C-F3340DC19122}" type="presOf" srcId="{2DE972D9-B9A4-477E-BA61-6C914E437712}" destId="{7A020129-57C2-448A-8420-F11BF0850D13}" srcOrd="1" destOrd="0" presId="urn:microsoft.com/office/officeart/2005/8/layout/list1"/>
    <dgm:cxn modelId="{18B948A1-A371-4B7C-92B6-A3B839900E65}" srcId="{4FD0A13F-4678-4B55-8095-54CD6AE4C914}" destId="{E7FE857F-7366-4996-87C6-A185C60DBC6D}" srcOrd="1" destOrd="0" parTransId="{012FCDE2-844F-48E3-A775-3CE62BBB4914}" sibTransId="{BF955D90-49FD-4EB2-8FE0-FBC4E14A4E2F}"/>
    <dgm:cxn modelId="{7CBBDBA9-CD1B-465A-B959-82B9FDBB3CDA}" srcId="{E7FE857F-7366-4996-87C6-A185C60DBC6D}" destId="{B812EC1C-3A21-439C-99A9-717142F1DD32}" srcOrd="0" destOrd="0" parTransId="{17239E35-47E3-443E-B39E-585929F4BB24}" sibTransId="{5EC03C14-9154-4C8A-8356-002E4CFBAE6C}"/>
    <dgm:cxn modelId="{30ABD2B8-7867-4A16-96D3-FFE403D94988}" type="presOf" srcId="{B397A124-B807-4EE1-8BFA-7B3882DBC033}" destId="{4768FE4E-691E-4AC9-B069-46FD3C1131AC}" srcOrd="0" destOrd="2" presId="urn:microsoft.com/office/officeart/2005/8/layout/list1"/>
    <dgm:cxn modelId="{0BC599C5-4945-4528-BBD1-2D0237311ACD}" type="presOf" srcId="{78B70756-9C19-4631-9CDF-C01120E869D6}" destId="{4768FE4E-691E-4AC9-B069-46FD3C1131AC}" srcOrd="0" destOrd="0" presId="urn:microsoft.com/office/officeart/2005/8/layout/list1"/>
    <dgm:cxn modelId="{F13A8BD6-2501-4658-BB3B-D4CD8F8AA6DD}" srcId="{4FD0A13F-4678-4B55-8095-54CD6AE4C914}" destId="{89F0DA6A-CA5C-477D-A5FD-49AA811B1174}" srcOrd="0" destOrd="0" parTransId="{BCC44D17-1E0C-445A-8457-AD1C5429FE0F}" sibTransId="{6DC59D21-AA29-498E-B120-17015C88C2E5}"/>
    <dgm:cxn modelId="{14193ED8-DC7C-4FC9-BA08-F17605AFE5DC}" type="presOf" srcId="{7CE6D76B-2E37-4222-9470-2308FBF66B41}" destId="{E710EC2F-E1F8-4C39-8521-7B5E4CAB17EF}" srcOrd="0" destOrd="0" presId="urn:microsoft.com/office/officeart/2005/8/layout/list1"/>
    <dgm:cxn modelId="{B46E2EDD-3E77-409A-9322-CFB6AA95509F}" type="presOf" srcId="{2DE972D9-B9A4-477E-BA61-6C914E437712}" destId="{81E2C3AA-A5B9-4BD7-9CD0-29E72D72C4EB}" srcOrd="0" destOrd="0" presId="urn:microsoft.com/office/officeart/2005/8/layout/list1"/>
    <dgm:cxn modelId="{C96630DE-0C74-470B-B5FA-8F0A4B8A24B8}" type="presOf" srcId="{658BA940-3FED-4E11-8286-484A389B5A1C}" destId="{DF614574-EFC1-4289-910B-E8B42A67CD14}" srcOrd="1" destOrd="0" presId="urn:microsoft.com/office/officeart/2005/8/layout/list1"/>
    <dgm:cxn modelId="{9E7D94EA-5557-474F-94EB-B83E8146C43B}" type="presOf" srcId="{658BA940-3FED-4E11-8286-484A389B5A1C}" destId="{F1F28A5A-26C3-4156-A412-54AE7F1F9CD7}" srcOrd="0" destOrd="0" presId="urn:microsoft.com/office/officeart/2005/8/layout/list1"/>
    <dgm:cxn modelId="{607B81FD-1DC2-458B-93FF-20D3CBEE887E}" srcId="{658BA940-3FED-4E11-8286-484A389B5A1C}" destId="{7CE6D76B-2E37-4222-9470-2308FBF66B41}" srcOrd="0" destOrd="0" parTransId="{77C6506C-4A83-4A90-8943-7E13ACDF0D25}" sibTransId="{816EC895-FE72-42E9-AB18-5822C3698508}"/>
    <dgm:cxn modelId="{48E7A34B-B582-4CE7-8CFA-5533C475C9CA}" type="presParOf" srcId="{05B2FEE8-3C2F-49FA-9FA4-788BB694D208}" destId="{B8747ECE-FC1F-47E2-94F0-976304165D4B}" srcOrd="0" destOrd="0" presId="urn:microsoft.com/office/officeart/2005/8/layout/list1"/>
    <dgm:cxn modelId="{3C00C12C-1C82-4848-ACE3-D32144F4AF24}" type="presParOf" srcId="{B8747ECE-FC1F-47E2-94F0-976304165D4B}" destId="{1A62BE2D-96F2-4549-AD70-AA571D0FEAFA}" srcOrd="0" destOrd="0" presId="urn:microsoft.com/office/officeart/2005/8/layout/list1"/>
    <dgm:cxn modelId="{B191B39E-EAF0-48B9-AA41-C2623AEED261}" type="presParOf" srcId="{B8747ECE-FC1F-47E2-94F0-976304165D4B}" destId="{8B8F4680-CA2C-4C4D-84F6-6BE1D156C9DB}" srcOrd="1" destOrd="0" presId="urn:microsoft.com/office/officeart/2005/8/layout/list1"/>
    <dgm:cxn modelId="{A76B9A09-C999-46CF-A6E9-CF470B07140A}" type="presParOf" srcId="{05B2FEE8-3C2F-49FA-9FA4-788BB694D208}" destId="{37696480-15C1-49CA-B7F4-E7E7D006652A}" srcOrd="1" destOrd="0" presId="urn:microsoft.com/office/officeart/2005/8/layout/list1"/>
    <dgm:cxn modelId="{B7463C30-F595-46D3-BC88-39D6ADF81791}" type="presParOf" srcId="{05B2FEE8-3C2F-49FA-9FA4-788BB694D208}" destId="{C2DD8FBB-21B5-4CDA-BEFE-64988D733F5C}" srcOrd="2" destOrd="0" presId="urn:microsoft.com/office/officeart/2005/8/layout/list1"/>
    <dgm:cxn modelId="{67254FE4-4578-4A94-BE12-CB3DE15B7099}" type="presParOf" srcId="{05B2FEE8-3C2F-49FA-9FA4-788BB694D208}" destId="{BFEE6B06-776F-428C-B8C2-5706DD520130}" srcOrd="3" destOrd="0" presId="urn:microsoft.com/office/officeart/2005/8/layout/list1"/>
    <dgm:cxn modelId="{DF0B0226-F7F2-4657-BD53-BCE1373A3C53}" type="presParOf" srcId="{05B2FEE8-3C2F-49FA-9FA4-788BB694D208}" destId="{3A7627DC-7185-4C3D-97D9-4E69CBA8FCF2}" srcOrd="4" destOrd="0" presId="urn:microsoft.com/office/officeart/2005/8/layout/list1"/>
    <dgm:cxn modelId="{1CA5F0D6-7B37-40D0-8376-FBF2A7638E95}" type="presParOf" srcId="{3A7627DC-7185-4C3D-97D9-4E69CBA8FCF2}" destId="{BA6221E7-0A3A-4360-9A5B-6C7C2CF58A8D}" srcOrd="0" destOrd="0" presId="urn:microsoft.com/office/officeart/2005/8/layout/list1"/>
    <dgm:cxn modelId="{2AF82337-5795-450D-BD11-A1F6FDE2E4FF}" type="presParOf" srcId="{3A7627DC-7185-4C3D-97D9-4E69CBA8FCF2}" destId="{8B6B8C49-65EC-4591-928A-F1DF94FFDE86}" srcOrd="1" destOrd="0" presId="urn:microsoft.com/office/officeart/2005/8/layout/list1"/>
    <dgm:cxn modelId="{681480DE-C39E-457D-8117-E3FDA0677DBA}" type="presParOf" srcId="{05B2FEE8-3C2F-49FA-9FA4-788BB694D208}" destId="{1D98E8D0-D855-4BAE-9E19-07AA96B55671}" srcOrd="5" destOrd="0" presId="urn:microsoft.com/office/officeart/2005/8/layout/list1"/>
    <dgm:cxn modelId="{1A34560B-5382-4F37-9D63-1AD6DA2F76B4}" type="presParOf" srcId="{05B2FEE8-3C2F-49FA-9FA4-788BB694D208}" destId="{F63E34ED-7F6A-42F1-85CD-B80F877172A9}" srcOrd="6" destOrd="0" presId="urn:microsoft.com/office/officeart/2005/8/layout/list1"/>
    <dgm:cxn modelId="{165340D5-BE68-443D-B65F-B422F2FF6F1B}" type="presParOf" srcId="{05B2FEE8-3C2F-49FA-9FA4-788BB694D208}" destId="{23E81CE8-B5B4-49EE-9A06-7D80FAB4E29E}" srcOrd="7" destOrd="0" presId="urn:microsoft.com/office/officeart/2005/8/layout/list1"/>
    <dgm:cxn modelId="{13E47DF5-BB92-43C3-80CB-C02446631D14}" type="presParOf" srcId="{05B2FEE8-3C2F-49FA-9FA4-788BB694D208}" destId="{95E5FA78-F7FB-4EB8-AF73-163D5498129B}" srcOrd="8" destOrd="0" presId="urn:microsoft.com/office/officeart/2005/8/layout/list1"/>
    <dgm:cxn modelId="{99EC6ED6-400C-412B-BDDB-49A377B0687E}" type="presParOf" srcId="{95E5FA78-F7FB-4EB8-AF73-163D5498129B}" destId="{8C116B7B-9A0F-472F-BABF-3E5719AEED7D}" srcOrd="0" destOrd="0" presId="urn:microsoft.com/office/officeart/2005/8/layout/list1"/>
    <dgm:cxn modelId="{EF120C24-79FB-4602-8608-ADF885E6FA70}" type="presParOf" srcId="{95E5FA78-F7FB-4EB8-AF73-163D5498129B}" destId="{F462B781-B386-43CD-8197-299DB096FEAA}" srcOrd="1" destOrd="0" presId="urn:microsoft.com/office/officeart/2005/8/layout/list1"/>
    <dgm:cxn modelId="{C6EC9CD1-F9C3-4A76-BA7D-4BDEEE780D06}" type="presParOf" srcId="{05B2FEE8-3C2F-49FA-9FA4-788BB694D208}" destId="{99708CE4-347D-4CA8-A9C0-EA3718BB19C5}" srcOrd="9" destOrd="0" presId="urn:microsoft.com/office/officeart/2005/8/layout/list1"/>
    <dgm:cxn modelId="{0EFC926F-70A8-4EDD-AC2F-27BA3334B57C}" type="presParOf" srcId="{05B2FEE8-3C2F-49FA-9FA4-788BB694D208}" destId="{C5619156-51C5-47D1-A55A-CBFA4E0C71B6}" srcOrd="10" destOrd="0" presId="urn:microsoft.com/office/officeart/2005/8/layout/list1"/>
    <dgm:cxn modelId="{CA5F0303-3A2C-4551-A5D5-76D06A4F86DF}" type="presParOf" srcId="{05B2FEE8-3C2F-49FA-9FA4-788BB694D208}" destId="{D9E5347B-45B0-4BD2-860A-68883E32CEFD}" srcOrd="11" destOrd="0" presId="urn:microsoft.com/office/officeart/2005/8/layout/list1"/>
    <dgm:cxn modelId="{5F967B3D-63CB-4CB5-9FF6-0B7C7686CDD7}" type="presParOf" srcId="{05B2FEE8-3C2F-49FA-9FA4-788BB694D208}" destId="{454FF909-FDA5-4542-8984-59331774C584}" srcOrd="12" destOrd="0" presId="urn:microsoft.com/office/officeart/2005/8/layout/list1"/>
    <dgm:cxn modelId="{32E3DF05-B282-40E0-9E6D-53B6DDA18BE6}" type="presParOf" srcId="{454FF909-FDA5-4542-8984-59331774C584}" destId="{81E2C3AA-A5B9-4BD7-9CD0-29E72D72C4EB}" srcOrd="0" destOrd="0" presId="urn:microsoft.com/office/officeart/2005/8/layout/list1"/>
    <dgm:cxn modelId="{F08B678F-8B7F-4F2D-82CA-3446C8E1BA03}" type="presParOf" srcId="{454FF909-FDA5-4542-8984-59331774C584}" destId="{7A020129-57C2-448A-8420-F11BF0850D13}" srcOrd="1" destOrd="0" presId="urn:microsoft.com/office/officeart/2005/8/layout/list1"/>
    <dgm:cxn modelId="{625DDD1C-6560-4EB3-825D-D62EDD0B2D1A}" type="presParOf" srcId="{05B2FEE8-3C2F-49FA-9FA4-788BB694D208}" destId="{66EEB21D-59A1-4782-9E2B-FFA1392782C6}" srcOrd="13" destOrd="0" presId="urn:microsoft.com/office/officeart/2005/8/layout/list1"/>
    <dgm:cxn modelId="{BF5D0B6A-2867-4E6C-88E8-4130E6F97B3B}" type="presParOf" srcId="{05B2FEE8-3C2F-49FA-9FA4-788BB694D208}" destId="{4768FE4E-691E-4AC9-B069-46FD3C1131AC}" srcOrd="14" destOrd="0" presId="urn:microsoft.com/office/officeart/2005/8/layout/list1"/>
    <dgm:cxn modelId="{52908F7B-B337-48D5-97B9-423965BF815E}" type="presParOf" srcId="{05B2FEE8-3C2F-49FA-9FA4-788BB694D208}" destId="{9BE181A2-0930-4E13-A31E-CBF6CAF7B4B1}" srcOrd="15" destOrd="0" presId="urn:microsoft.com/office/officeart/2005/8/layout/list1"/>
    <dgm:cxn modelId="{84C44C3B-48F0-45E8-A326-6E87439C14BF}" type="presParOf" srcId="{05B2FEE8-3C2F-49FA-9FA4-788BB694D208}" destId="{5C38ADCA-ED65-4797-997A-9354D0A4036E}" srcOrd="16" destOrd="0" presId="urn:microsoft.com/office/officeart/2005/8/layout/list1"/>
    <dgm:cxn modelId="{1FC76130-EF54-4393-BD46-8110A0A92205}" type="presParOf" srcId="{5C38ADCA-ED65-4797-997A-9354D0A4036E}" destId="{F1F28A5A-26C3-4156-A412-54AE7F1F9CD7}" srcOrd="0" destOrd="0" presId="urn:microsoft.com/office/officeart/2005/8/layout/list1"/>
    <dgm:cxn modelId="{355D938D-F547-4B5C-83DA-9C4F5461C95D}" type="presParOf" srcId="{5C38ADCA-ED65-4797-997A-9354D0A4036E}" destId="{DF614574-EFC1-4289-910B-E8B42A67CD14}" srcOrd="1" destOrd="0" presId="urn:microsoft.com/office/officeart/2005/8/layout/list1"/>
    <dgm:cxn modelId="{04C56BF6-1606-4A61-BF6C-2D5C7D871F17}" type="presParOf" srcId="{05B2FEE8-3C2F-49FA-9FA4-788BB694D208}" destId="{A6DDAFE9-12DE-4E74-AAF6-389CB1734B58}" srcOrd="17" destOrd="0" presId="urn:microsoft.com/office/officeart/2005/8/layout/list1"/>
    <dgm:cxn modelId="{FAA6C083-562E-4ABB-A5FD-3154B0E355AD}" type="presParOf" srcId="{05B2FEE8-3C2F-49FA-9FA4-788BB694D208}" destId="{E710EC2F-E1F8-4C39-8521-7B5E4CAB17E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9DE399-23D9-49D2-9DC7-5A910169EA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E15FECA5-30D6-4625-B47A-8153420E66D8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SG" sz="1400" b="1" dirty="0"/>
            <a:t>Prioritize personalized ranking when sufficient data is observed</a:t>
          </a:r>
        </a:p>
      </dgm:t>
    </dgm:pt>
    <dgm:pt modelId="{F14BE1AB-D653-4B64-980B-86D582E904C4}" type="parTrans" cxnId="{BF6FE7C6-F8A7-45E9-9F59-BB1DA09EE8A7}">
      <dgm:prSet/>
      <dgm:spPr/>
      <dgm:t>
        <a:bodyPr/>
        <a:lstStyle/>
        <a:p>
          <a:endParaRPr lang="en-SG"/>
        </a:p>
      </dgm:t>
    </dgm:pt>
    <dgm:pt modelId="{305EF0D4-61EE-4A6D-98E3-85819940A7C6}" type="sibTrans" cxnId="{BF6FE7C6-F8A7-45E9-9F59-BB1DA09EE8A7}">
      <dgm:prSet/>
      <dgm:spPr/>
      <dgm:t>
        <a:bodyPr/>
        <a:lstStyle/>
        <a:p>
          <a:endParaRPr lang="en-SG"/>
        </a:p>
      </dgm:t>
    </dgm:pt>
    <dgm:pt modelId="{8EB33104-D9F3-4D53-A914-670AA1E45747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1" dirty="0"/>
            <a:t> </a:t>
          </a:r>
          <a:r>
            <a:rPr lang="en-SG" sz="1400" b="0" dirty="0"/>
            <a:t>Move beyond popularity baseline as interaction data grows
 Use collaborative filtering (TruncatedSVD) to improve relevance</a:t>
          </a:r>
        </a:p>
      </dgm:t>
    </dgm:pt>
    <dgm:pt modelId="{15B5FE86-97E0-4CF2-91F4-EB4EA846C22C}" type="parTrans" cxnId="{B68F4A73-4717-4C1B-A04F-2E9816FF2A5B}">
      <dgm:prSet/>
      <dgm:spPr/>
      <dgm:t>
        <a:bodyPr/>
        <a:lstStyle/>
        <a:p>
          <a:endParaRPr lang="en-SG"/>
        </a:p>
      </dgm:t>
    </dgm:pt>
    <dgm:pt modelId="{57154F96-E9CC-4E39-ABCD-A60F9594EC48}" type="sibTrans" cxnId="{B68F4A73-4717-4C1B-A04F-2E9816FF2A5B}">
      <dgm:prSet/>
      <dgm:spPr/>
      <dgm:t>
        <a:bodyPr/>
        <a:lstStyle/>
        <a:p>
          <a:endParaRPr lang="en-SG"/>
        </a:p>
      </dgm:t>
    </dgm:pt>
    <dgm:pt modelId="{DC5BB092-71E0-400B-BCB2-C56569729D80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SG" sz="1400" b="1" dirty="0"/>
            <a:t>Evolve system complexity in stages</a:t>
          </a:r>
        </a:p>
      </dgm:t>
    </dgm:pt>
    <dgm:pt modelId="{CB92CA03-3561-429F-A4D3-673A2173CEAE}" type="parTrans" cxnId="{EF8AD419-15B8-416C-924A-99250328F840}">
      <dgm:prSet/>
      <dgm:spPr/>
      <dgm:t>
        <a:bodyPr/>
        <a:lstStyle/>
        <a:p>
          <a:endParaRPr lang="en-SG"/>
        </a:p>
      </dgm:t>
    </dgm:pt>
    <dgm:pt modelId="{7B8A2AFC-89BF-4E18-A406-C0317E42B27B}" type="sibTrans" cxnId="{EF8AD419-15B8-416C-924A-99250328F840}">
      <dgm:prSet/>
      <dgm:spPr/>
      <dgm:t>
        <a:bodyPr/>
        <a:lstStyle/>
        <a:p>
          <a:endParaRPr lang="en-SG"/>
        </a:p>
      </dgm:t>
    </dgm:pt>
    <dgm:pt modelId="{DD31C33E-98CA-4AD6-BBA0-5ADDD2F67EC0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Start with a simple single-stage ranking setup
 Transition to multi-stage retrieval + ranking only when scale </a:t>
          </a:r>
          <a:r>
            <a:rPr lang="en-SG" sz="1400" b="0"/>
            <a:t>justifies it</a:t>
          </a:r>
          <a:endParaRPr lang="en-SG" sz="1400" b="0" dirty="0"/>
        </a:p>
      </dgm:t>
    </dgm:pt>
    <dgm:pt modelId="{72256291-80F3-4E49-8A15-E6BF18D8A6AB}" type="parTrans" cxnId="{AB5B1EC1-3632-45DD-BEE2-D8DCCDCA2FDD}">
      <dgm:prSet/>
      <dgm:spPr/>
      <dgm:t>
        <a:bodyPr/>
        <a:lstStyle/>
        <a:p>
          <a:endParaRPr lang="en-SG"/>
        </a:p>
      </dgm:t>
    </dgm:pt>
    <dgm:pt modelId="{F8AB250B-A5D6-46E4-B19D-3ADD9E47F995}" type="sibTrans" cxnId="{AB5B1EC1-3632-45DD-BEE2-D8DCCDCA2FDD}">
      <dgm:prSet/>
      <dgm:spPr/>
      <dgm:t>
        <a:bodyPr/>
        <a:lstStyle/>
        <a:p>
          <a:endParaRPr lang="en-SG"/>
        </a:p>
      </dgm:t>
    </dgm:pt>
    <dgm:pt modelId="{DB96552C-2D53-49D2-8D90-E76A85981323}">
      <dgm:prSet custT="1"/>
      <dgm:spPr/>
      <dgm:t>
        <a:bodyPr/>
        <a:lstStyle/>
        <a:p>
          <a:pPr>
            <a:buNone/>
          </a:pPr>
          <a:r>
            <a:rPr lang="en-SG" sz="1400" b="1" dirty="0"/>
            <a:t>Plan explicit fallback strategies for cold start</a:t>
          </a:r>
        </a:p>
      </dgm:t>
    </dgm:pt>
    <dgm:pt modelId="{EFCCCCD6-962C-427A-B872-2550F0522C47}" type="parTrans" cxnId="{7E832322-EC53-49BA-8CF9-B4704E959E59}">
      <dgm:prSet/>
      <dgm:spPr/>
      <dgm:t>
        <a:bodyPr/>
        <a:lstStyle/>
        <a:p>
          <a:endParaRPr lang="en-SG"/>
        </a:p>
      </dgm:t>
    </dgm:pt>
    <dgm:pt modelId="{DD4D4728-97A6-4C2F-86EF-C012E2D24019}" type="sibTrans" cxnId="{7E832322-EC53-49BA-8CF9-B4704E959E59}">
      <dgm:prSet/>
      <dgm:spPr/>
      <dgm:t>
        <a:bodyPr/>
        <a:lstStyle/>
        <a:p>
          <a:endParaRPr lang="en-SG"/>
        </a:p>
      </dgm:t>
    </dgm:pt>
    <dgm:pt modelId="{82F82B97-9A2B-482D-9198-E5AF696C82EB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Use popularity or simple heuristics as a fallback when interaction data is unavailable
 Incorporate lightweight signals (e.g., onboarding preferences or item metadata)
 Upgrade to personalized models after cold start is no longer an issue</a:t>
          </a:r>
          <a:endParaRPr lang="en-SG" sz="1400" b="1" dirty="0"/>
        </a:p>
      </dgm:t>
    </dgm:pt>
    <dgm:pt modelId="{A2C6E84F-BCF5-4293-8E31-4F49F972F957}" type="parTrans" cxnId="{C0127078-1F33-48E6-9E81-894B99886FF0}">
      <dgm:prSet/>
      <dgm:spPr/>
      <dgm:t>
        <a:bodyPr/>
        <a:lstStyle/>
        <a:p>
          <a:endParaRPr lang="en-SG"/>
        </a:p>
      </dgm:t>
    </dgm:pt>
    <dgm:pt modelId="{BCE20A6F-0D33-47D0-9EC2-A7E958324E80}" type="sibTrans" cxnId="{C0127078-1F33-48E6-9E81-894B99886FF0}">
      <dgm:prSet/>
      <dgm:spPr/>
      <dgm:t>
        <a:bodyPr/>
        <a:lstStyle/>
        <a:p>
          <a:endParaRPr lang="en-SG"/>
        </a:p>
      </dgm:t>
    </dgm:pt>
    <dgm:pt modelId="{1C8723D1-5DB9-4581-BC75-9982AB696638}">
      <dgm:prSet custT="1"/>
      <dgm:spPr/>
      <dgm:t>
        <a:bodyPr/>
        <a:lstStyle/>
        <a:p>
          <a:pPr>
            <a:buNone/>
          </a:pPr>
          <a:r>
            <a:rPr lang="en-SG" sz="1400" b="1" dirty="0"/>
            <a:t>Validate impact through online A/B testing</a:t>
          </a:r>
        </a:p>
      </dgm:t>
    </dgm:pt>
    <dgm:pt modelId="{2C07BA3E-F8EC-4D3D-AC37-73D93CC1C605}" type="parTrans" cxnId="{65952DDB-46C8-4DE6-9CF2-AAD681FDE744}">
      <dgm:prSet/>
      <dgm:spPr/>
      <dgm:t>
        <a:bodyPr/>
        <a:lstStyle/>
        <a:p>
          <a:endParaRPr lang="en-SG"/>
        </a:p>
      </dgm:t>
    </dgm:pt>
    <dgm:pt modelId="{7574D0EC-2572-47B2-8CBF-C5B46788A613}" type="sibTrans" cxnId="{65952DDB-46C8-4DE6-9CF2-AAD681FDE744}">
      <dgm:prSet/>
      <dgm:spPr/>
      <dgm:t>
        <a:bodyPr/>
        <a:lstStyle/>
        <a:p>
          <a:endParaRPr lang="en-SG"/>
        </a:p>
      </dgm:t>
    </dgm:pt>
    <dgm:pt modelId="{30DB91E6-37CC-4B0B-8CF6-B211AF361B3C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dirty="0"/>
            <a:t> Use offline metrics (e.g., Recall@K) for model selection</a:t>
          </a:r>
          <a:endParaRPr lang="en-SG" sz="1400" b="1" dirty="0"/>
        </a:p>
      </dgm:t>
    </dgm:pt>
    <dgm:pt modelId="{1C1235CC-BBFC-40FE-9F2C-81FB8B860B93}" type="parTrans" cxnId="{1949C1AD-3D1B-4F43-8624-009CDD3C7D5A}">
      <dgm:prSet/>
      <dgm:spPr/>
      <dgm:t>
        <a:bodyPr/>
        <a:lstStyle/>
        <a:p>
          <a:endParaRPr lang="en-SG"/>
        </a:p>
      </dgm:t>
    </dgm:pt>
    <dgm:pt modelId="{F7255E64-CF54-4DF1-BD98-694B20A7CD94}" type="sibTrans" cxnId="{1949C1AD-3D1B-4F43-8624-009CDD3C7D5A}">
      <dgm:prSet/>
      <dgm:spPr/>
      <dgm:t>
        <a:bodyPr/>
        <a:lstStyle/>
        <a:p>
          <a:endParaRPr lang="en-SG"/>
        </a:p>
      </dgm:t>
    </dgm:pt>
    <dgm:pt modelId="{10922B28-E9A1-48ED-9E5F-6AB236DBDC8D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dirty="0"/>
            <a:t> Start with small canary rollouts before scaling</a:t>
          </a:r>
          <a:endParaRPr lang="en-SG" sz="1400" b="1" dirty="0"/>
        </a:p>
      </dgm:t>
    </dgm:pt>
    <dgm:pt modelId="{8315A896-C0AC-4C55-AA39-C9C27689E450}" type="parTrans" cxnId="{1288DF4F-2F68-47D8-89C5-895C74177033}">
      <dgm:prSet/>
      <dgm:spPr/>
      <dgm:t>
        <a:bodyPr/>
        <a:lstStyle/>
        <a:p>
          <a:endParaRPr lang="en-SG"/>
        </a:p>
      </dgm:t>
    </dgm:pt>
    <dgm:pt modelId="{167CCE70-34F6-4A44-9C86-57714B91D831}" type="sibTrans" cxnId="{1288DF4F-2F68-47D8-89C5-895C74177033}">
      <dgm:prSet/>
      <dgm:spPr/>
      <dgm:t>
        <a:bodyPr/>
        <a:lstStyle/>
        <a:p>
          <a:endParaRPr lang="en-SG"/>
        </a:p>
      </dgm:t>
    </dgm:pt>
    <dgm:pt modelId="{E042474C-A0A5-40D5-9B17-01117CC802AB}" type="pres">
      <dgm:prSet presAssocID="{349DE399-23D9-49D2-9DC7-5A910169EAD0}" presName="linear" presStyleCnt="0">
        <dgm:presLayoutVars>
          <dgm:dir/>
          <dgm:animLvl val="lvl"/>
          <dgm:resizeHandles val="exact"/>
        </dgm:presLayoutVars>
      </dgm:prSet>
      <dgm:spPr/>
    </dgm:pt>
    <dgm:pt modelId="{C01E9492-803A-4D1D-B092-0F5490EFE438}" type="pres">
      <dgm:prSet presAssocID="{E15FECA5-30D6-4625-B47A-8153420E66D8}" presName="parentLin" presStyleCnt="0"/>
      <dgm:spPr/>
    </dgm:pt>
    <dgm:pt modelId="{67677099-A951-42DB-A865-C04E4099B0BB}" type="pres">
      <dgm:prSet presAssocID="{E15FECA5-30D6-4625-B47A-8153420E66D8}" presName="parentLeftMargin" presStyleLbl="node1" presStyleIdx="0" presStyleCnt="4"/>
      <dgm:spPr/>
    </dgm:pt>
    <dgm:pt modelId="{73D61383-A059-4CF8-9A37-12E533FCFC22}" type="pres">
      <dgm:prSet presAssocID="{E15FECA5-30D6-4625-B47A-8153420E66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832EB8D-607B-4AC1-9DD6-D1A5BC95D550}" type="pres">
      <dgm:prSet presAssocID="{E15FECA5-30D6-4625-B47A-8153420E66D8}" presName="negativeSpace" presStyleCnt="0"/>
      <dgm:spPr/>
    </dgm:pt>
    <dgm:pt modelId="{81AB0DB0-4359-4ABA-B7E8-9D326E119CD8}" type="pres">
      <dgm:prSet presAssocID="{E15FECA5-30D6-4625-B47A-8153420E66D8}" presName="childText" presStyleLbl="conFgAcc1" presStyleIdx="0" presStyleCnt="4">
        <dgm:presLayoutVars>
          <dgm:bulletEnabled val="1"/>
        </dgm:presLayoutVars>
      </dgm:prSet>
      <dgm:spPr/>
    </dgm:pt>
    <dgm:pt modelId="{D90DA67C-BC96-4078-BBEB-E767EEDF2657}" type="pres">
      <dgm:prSet presAssocID="{305EF0D4-61EE-4A6D-98E3-85819940A7C6}" presName="spaceBetweenRectangles" presStyleCnt="0"/>
      <dgm:spPr/>
    </dgm:pt>
    <dgm:pt modelId="{3DBAE7C1-7E57-4E04-AE43-135D2BB6378C}" type="pres">
      <dgm:prSet presAssocID="{DC5BB092-71E0-400B-BCB2-C56569729D80}" presName="parentLin" presStyleCnt="0"/>
      <dgm:spPr/>
    </dgm:pt>
    <dgm:pt modelId="{435FD845-E0DA-45C2-99AB-681F807FC961}" type="pres">
      <dgm:prSet presAssocID="{DC5BB092-71E0-400B-BCB2-C56569729D80}" presName="parentLeftMargin" presStyleLbl="node1" presStyleIdx="0" presStyleCnt="4"/>
      <dgm:spPr/>
    </dgm:pt>
    <dgm:pt modelId="{7BA4BE36-552F-4B25-BF78-14B70D0E15A7}" type="pres">
      <dgm:prSet presAssocID="{DC5BB092-71E0-400B-BCB2-C56569729D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517AE8-CCB2-4E31-865B-B9A80A7AA389}" type="pres">
      <dgm:prSet presAssocID="{DC5BB092-71E0-400B-BCB2-C56569729D80}" presName="negativeSpace" presStyleCnt="0"/>
      <dgm:spPr/>
    </dgm:pt>
    <dgm:pt modelId="{7917C87B-6C84-46AC-A0CC-40146E8D0C31}" type="pres">
      <dgm:prSet presAssocID="{DC5BB092-71E0-400B-BCB2-C56569729D80}" presName="childText" presStyleLbl="conFgAcc1" presStyleIdx="1" presStyleCnt="4">
        <dgm:presLayoutVars>
          <dgm:bulletEnabled val="1"/>
        </dgm:presLayoutVars>
      </dgm:prSet>
      <dgm:spPr/>
    </dgm:pt>
    <dgm:pt modelId="{1D1D55CD-2025-44E1-813B-C15C114DF9C1}" type="pres">
      <dgm:prSet presAssocID="{7B8A2AFC-89BF-4E18-A406-C0317E42B27B}" presName="spaceBetweenRectangles" presStyleCnt="0"/>
      <dgm:spPr/>
    </dgm:pt>
    <dgm:pt modelId="{8773EE68-12BC-4B69-8C93-659C790897F4}" type="pres">
      <dgm:prSet presAssocID="{DB96552C-2D53-49D2-8D90-E76A85981323}" presName="parentLin" presStyleCnt="0"/>
      <dgm:spPr/>
    </dgm:pt>
    <dgm:pt modelId="{98379ACE-A084-41B6-B3B2-4E7CEABCB17E}" type="pres">
      <dgm:prSet presAssocID="{DB96552C-2D53-49D2-8D90-E76A85981323}" presName="parentLeftMargin" presStyleLbl="node1" presStyleIdx="1" presStyleCnt="4"/>
      <dgm:spPr/>
    </dgm:pt>
    <dgm:pt modelId="{BB4727C1-D41B-423B-93AE-9DC77DA899D5}" type="pres">
      <dgm:prSet presAssocID="{DB96552C-2D53-49D2-8D90-E76A8598132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6E05FE-7386-4795-8530-4F6A0FE04BC8}" type="pres">
      <dgm:prSet presAssocID="{DB96552C-2D53-49D2-8D90-E76A85981323}" presName="negativeSpace" presStyleCnt="0"/>
      <dgm:spPr/>
    </dgm:pt>
    <dgm:pt modelId="{1CAA899B-F6E6-4429-82FC-1AAFA4443513}" type="pres">
      <dgm:prSet presAssocID="{DB96552C-2D53-49D2-8D90-E76A85981323}" presName="childText" presStyleLbl="conFgAcc1" presStyleIdx="2" presStyleCnt="4">
        <dgm:presLayoutVars>
          <dgm:bulletEnabled val="1"/>
        </dgm:presLayoutVars>
      </dgm:prSet>
      <dgm:spPr/>
    </dgm:pt>
    <dgm:pt modelId="{4FD1A70F-23A9-41D7-A717-400E59C82B89}" type="pres">
      <dgm:prSet presAssocID="{DD4D4728-97A6-4C2F-86EF-C012E2D24019}" presName="spaceBetweenRectangles" presStyleCnt="0"/>
      <dgm:spPr/>
    </dgm:pt>
    <dgm:pt modelId="{7307C539-7BE1-4D3E-9F60-73B1657D2DE3}" type="pres">
      <dgm:prSet presAssocID="{1C8723D1-5DB9-4581-BC75-9982AB696638}" presName="parentLin" presStyleCnt="0"/>
      <dgm:spPr/>
    </dgm:pt>
    <dgm:pt modelId="{D57C1DB4-B9FC-4EED-841D-6C25049996BE}" type="pres">
      <dgm:prSet presAssocID="{1C8723D1-5DB9-4581-BC75-9982AB696638}" presName="parentLeftMargin" presStyleLbl="node1" presStyleIdx="2" presStyleCnt="4"/>
      <dgm:spPr/>
    </dgm:pt>
    <dgm:pt modelId="{BE6FFCE4-D821-4667-8F34-735CD66E39FD}" type="pres">
      <dgm:prSet presAssocID="{1C8723D1-5DB9-4581-BC75-9982AB69663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B6FF0A6-589B-46F7-873F-D987E65B5239}" type="pres">
      <dgm:prSet presAssocID="{1C8723D1-5DB9-4581-BC75-9982AB696638}" presName="negativeSpace" presStyleCnt="0"/>
      <dgm:spPr/>
    </dgm:pt>
    <dgm:pt modelId="{7A89284A-AC1B-4D70-9B1C-ADAF07F66E34}" type="pres">
      <dgm:prSet presAssocID="{1C8723D1-5DB9-4581-BC75-9982AB696638}" presName="childText" presStyleLbl="conFgAcc1" presStyleIdx="3" presStyleCnt="4" custLinFactNeighborX="0" custLinFactNeighborY="-195">
        <dgm:presLayoutVars>
          <dgm:bulletEnabled val="1"/>
        </dgm:presLayoutVars>
      </dgm:prSet>
      <dgm:spPr/>
    </dgm:pt>
  </dgm:ptLst>
  <dgm:cxnLst>
    <dgm:cxn modelId="{03B2C20C-FBB4-4B54-8F90-E26A8502C39B}" type="presOf" srcId="{E15FECA5-30D6-4625-B47A-8153420E66D8}" destId="{73D61383-A059-4CF8-9A37-12E533FCFC22}" srcOrd="1" destOrd="0" presId="urn:microsoft.com/office/officeart/2005/8/layout/list1"/>
    <dgm:cxn modelId="{EF8AD419-15B8-416C-924A-99250328F840}" srcId="{349DE399-23D9-49D2-9DC7-5A910169EAD0}" destId="{DC5BB092-71E0-400B-BCB2-C56569729D80}" srcOrd="1" destOrd="0" parTransId="{CB92CA03-3561-429F-A4D3-673A2173CEAE}" sibTransId="{7B8A2AFC-89BF-4E18-A406-C0317E42B27B}"/>
    <dgm:cxn modelId="{0F26091C-822D-4785-94B6-04AFCFEE9063}" type="presOf" srcId="{DB96552C-2D53-49D2-8D90-E76A85981323}" destId="{98379ACE-A084-41B6-B3B2-4E7CEABCB17E}" srcOrd="0" destOrd="0" presId="urn:microsoft.com/office/officeart/2005/8/layout/list1"/>
    <dgm:cxn modelId="{7E832322-EC53-49BA-8CF9-B4704E959E59}" srcId="{349DE399-23D9-49D2-9DC7-5A910169EAD0}" destId="{DB96552C-2D53-49D2-8D90-E76A85981323}" srcOrd="2" destOrd="0" parTransId="{EFCCCCD6-962C-427A-B872-2550F0522C47}" sibTransId="{DD4D4728-97A6-4C2F-86EF-C012E2D24019}"/>
    <dgm:cxn modelId="{A62CD52B-6ABA-421B-919C-3230AE6375F8}" type="presOf" srcId="{DD31C33E-98CA-4AD6-BBA0-5ADDD2F67EC0}" destId="{7917C87B-6C84-46AC-A0CC-40146E8D0C31}" srcOrd="0" destOrd="0" presId="urn:microsoft.com/office/officeart/2005/8/layout/list1"/>
    <dgm:cxn modelId="{228FA73A-6528-4EC8-B772-E4F6A0376B51}" type="presOf" srcId="{30DB91E6-37CC-4B0B-8CF6-B211AF361B3C}" destId="{7A89284A-AC1B-4D70-9B1C-ADAF07F66E34}" srcOrd="0" destOrd="0" presId="urn:microsoft.com/office/officeart/2005/8/layout/list1"/>
    <dgm:cxn modelId="{4D0B8741-895C-4C66-B15D-E5D245D8184D}" type="presOf" srcId="{E15FECA5-30D6-4625-B47A-8153420E66D8}" destId="{67677099-A951-42DB-A865-C04E4099B0BB}" srcOrd="0" destOrd="0" presId="urn:microsoft.com/office/officeart/2005/8/layout/list1"/>
    <dgm:cxn modelId="{1288DF4F-2F68-47D8-89C5-895C74177033}" srcId="{1C8723D1-5DB9-4581-BC75-9982AB696638}" destId="{10922B28-E9A1-48ED-9E5F-6AB236DBDC8D}" srcOrd="1" destOrd="0" parTransId="{8315A896-C0AC-4C55-AA39-C9C27689E450}" sibTransId="{167CCE70-34F6-4A44-9C86-57714B91D831}"/>
    <dgm:cxn modelId="{B68F4A73-4717-4C1B-A04F-2E9816FF2A5B}" srcId="{E15FECA5-30D6-4625-B47A-8153420E66D8}" destId="{8EB33104-D9F3-4D53-A914-670AA1E45747}" srcOrd="0" destOrd="0" parTransId="{15B5FE86-97E0-4CF2-91F4-EB4EA846C22C}" sibTransId="{57154F96-E9CC-4E39-ABCD-A60F9594EC48}"/>
    <dgm:cxn modelId="{C0127078-1F33-48E6-9E81-894B99886FF0}" srcId="{DB96552C-2D53-49D2-8D90-E76A85981323}" destId="{82F82B97-9A2B-482D-9198-E5AF696C82EB}" srcOrd="0" destOrd="0" parTransId="{A2C6E84F-BCF5-4293-8E31-4F49F972F957}" sibTransId="{BCE20A6F-0D33-47D0-9EC2-A7E958324E80}"/>
    <dgm:cxn modelId="{AF2C4085-3EDE-4559-9F26-68AC7E277FF3}" type="presOf" srcId="{1C8723D1-5DB9-4581-BC75-9982AB696638}" destId="{D57C1DB4-B9FC-4EED-841D-6C25049996BE}" srcOrd="0" destOrd="0" presId="urn:microsoft.com/office/officeart/2005/8/layout/list1"/>
    <dgm:cxn modelId="{1949C1AD-3D1B-4F43-8624-009CDD3C7D5A}" srcId="{1C8723D1-5DB9-4581-BC75-9982AB696638}" destId="{30DB91E6-37CC-4B0B-8CF6-B211AF361B3C}" srcOrd="0" destOrd="0" parTransId="{1C1235CC-BBFC-40FE-9F2C-81FB8B860B93}" sibTransId="{F7255E64-CF54-4DF1-BD98-694B20A7CD94}"/>
    <dgm:cxn modelId="{C7B9D3AE-10B9-4550-97DE-78D71E5BC7FD}" type="presOf" srcId="{1C8723D1-5DB9-4581-BC75-9982AB696638}" destId="{BE6FFCE4-D821-4667-8F34-735CD66E39FD}" srcOrd="1" destOrd="0" presId="urn:microsoft.com/office/officeart/2005/8/layout/list1"/>
    <dgm:cxn modelId="{AB47E1B3-BA36-4EA5-A00E-7633FDA6D80D}" type="presOf" srcId="{DB96552C-2D53-49D2-8D90-E76A85981323}" destId="{BB4727C1-D41B-423B-93AE-9DC77DA899D5}" srcOrd="1" destOrd="0" presId="urn:microsoft.com/office/officeart/2005/8/layout/list1"/>
    <dgm:cxn modelId="{AB5B1EC1-3632-45DD-BEE2-D8DCCDCA2FDD}" srcId="{DC5BB092-71E0-400B-BCB2-C56569729D80}" destId="{DD31C33E-98CA-4AD6-BBA0-5ADDD2F67EC0}" srcOrd="0" destOrd="0" parTransId="{72256291-80F3-4E49-8A15-E6BF18D8A6AB}" sibTransId="{F8AB250B-A5D6-46E4-B19D-3ADD9E47F995}"/>
    <dgm:cxn modelId="{BF6FE7C6-F8A7-45E9-9F59-BB1DA09EE8A7}" srcId="{349DE399-23D9-49D2-9DC7-5A910169EAD0}" destId="{E15FECA5-30D6-4625-B47A-8153420E66D8}" srcOrd="0" destOrd="0" parTransId="{F14BE1AB-D653-4B64-980B-86D582E904C4}" sibTransId="{305EF0D4-61EE-4A6D-98E3-85819940A7C6}"/>
    <dgm:cxn modelId="{65952DDB-46C8-4DE6-9CF2-AAD681FDE744}" srcId="{349DE399-23D9-49D2-9DC7-5A910169EAD0}" destId="{1C8723D1-5DB9-4581-BC75-9982AB696638}" srcOrd="3" destOrd="0" parTransId="{2C07BA3E-F8EC-4D3D-AC37-73D93CC1C605}" sibTransId="{7574D0EC-2572-47B2-8CBF-C5B46788A613}"/>
    <dgm:cxn modelId="{2D0E69DC-1D35-4B88-B8B5-7CAD838BC23C}" type="presOf" srcId="{10922B28-E9A1-48ED-9E5F-6AB236DBDC8D}" destId="{7A89284A-AC1B-4D70-9B1C-ADAF07F66E34}" srcOrd="0" destOrd="1" presId="urn:microsoft.com/office/officeart/2005/8/layout/list1"/>
    <dgm:cxn modelId="{9F296DDC-764B-4D25-9BDB-74B9B33C11A6}" type="presOf" srcId="{DC5BB092-71E0-400B-BCB2-C56569729D80}" destId="{435FD845-E0DA-45C2-99AB-681F807FC961}" srcOrd="0" destOrd="0" presId="urn:microsoft.com/office/officeart/2005/8/layout/list1"/>
    <dgm:cxn modelId="{E5D1ABE3-9B55-4606-9619-8CDEA2EFFCF6}" type="presOf" srcId="{349DE399-23D9-49D2-9DC7-5A910169EAD0}" destId="{E042474C-A0A5-40D5-9B17-01117CC802AB}" srcOrd="0" destOrd="0" presId="urn:microsoft.com/office/officeart/2005/8/layout/list1"/>
    <dgm:cxn modelId="{F7FCF5E6-ECD3-4183-B089-8611088F86FF}" type="presOf" srcId="{DC5BB092-71E0-400B-BCB2-C56569729D80}" destId="{7BA4BE36-552F-4B25-BF78-14B70D0E15A7}" srcOrd="1" destOrd="0" presId="urn:microsoft.com/office/officeart/2005/8/layout/list1"/>
    <dgm:cxn modelId="{C57D36FB-E2FD-4910-A91D-0039B9085E42}" type="presOf" srcId="{82F82B97-9A2B-482D-9198-E5AF696C82EB}" destId="{1CAA899B-F6E6-4429-82FC-1AAFA4443513}" srcOrd="0" destOrd="0" presId="urn:microsoft.com/office/officeart/2005/8/layout/list1"/>
    <dgm:cxn modelId="{382BB2FF-98C3-47DF-B6C0-78E617548A14}" type="presOf" srcId="{8EB33104-D9F3-4D53-A914-670AA1E45747}" destId="{81AB0DB0-4359-4ABA-B7E8-9D326E119CD8}" srcOrd="0" destOrd="0" presId="urn:microsoft.com/office/officeart/2005/8/layout/list1"/>
    <dgm:cxn modelId="{CE29113F-73C3-489D-8603-B549A14A5C95}" type="presParOf" srcId="{E042474C-A0A5-40D5-9B17-01117CC802AB}" destId="{C01E9492-803A-4D1D-B092-0F5490EFE438}" srcOrd="0" destOrd="0" presId="urn:microsoft.com/office/officeart/2005/8/layout/list1"/>
    <dgm:cxn modelId="{39722A95-30BC-4B2D-9330-AC14563CB5B5}" type="presParOf" srcId="{C01E9492-803A-4D1D-B092-0F5490EFE438}" destId="{67677099-A951-42DB-A865-C04E4099B0BB}" srcOrd="0" destOrd="0" presId="urn:microsoft.com/office/officeart/2005/8/layout/list1"/>
    <dgm:cxn modelId="{534ADD8E-F1ED-4554-87A6-9AF351725881}" type="presParOf" srcId="{C01E9492-803A-4D1D-B092-0F5490EFE438}" destId="{73D61383-A059-4CF8-9A37-12E533FCFC22}" srcOrd="1" destOrd="0" presId="urn:microsoft.com/office/officeart/2005/8/layout/list1"/>
    <dgm:cxn modelId="{BB1C3C1E-1A2E-4C56-BF0B-D869BA463F0B}" type="presParOf" srcId="{E042474C-A0A5-40D5-9B17-01117CC802AB}" destId="{2832EB8D-607B-4AC1-9DD6-D1A5BC95D550}" srcOrd="1" destOrd="0" presId="urn:microsoft.com/office/officeart/2005/8/layout/list1"/>
    <dgm:cxn modelId="{63FF9F60-3AE7-43EA-9299-EE4468188090}" type="presParOf" srcId="{E042474C-A0A5-40D5-9B17-01117CC802AB}" destId="{81AB0DB0-4359-4ABA-B7E8-9D326E119CD8}" srcOrd="2" destOrd="0" presId="urn:microsoft.com/office/officeart/2005/8/layout/list1"/>
    <dgm:cxn modelId="{EA94D4DD-E286-4D0C-83EB-0DD2D3FF9097}" type="presParOf" srcId="{E042474C-A0A5-40D5-9B17-01117CC802AB}" destId="{D90DA67C-BC96-4078-BBEB-E767EEDF2657}" srcOrd="3" destOrd="0" presId="urn:microsoft.com/office/officeart/2005/8/layout/list1"/>
    <dgm:cxn modelId="{919BC7FD-655F-4D4D-89F9-61D68E494256}" type="presParOf" srcId="{E042474C-A0A5-40D5-9B17-01117CC802AB}" destId="{3DBAE7C1-7E57-4E04-AE43-135D2BB6378C}" srcOrd="4" destOrd="0" presId="urn:microsoft.com/office/officeart/2005/8/layout/list1"/>
    <dgm:cxn modelId="{9BCF56A5-2D98-41BD-92BE-54B97C376FD6}" type="presParOf" srcId="{3DBAE7C1-7E57-4E04-AE43-135D2BB6378C}" destId="{435FD845-E0DA-45C2-99AB-681F807FC961}" srcOrd="0" destOrd="0" presId="urn:microsoft.com/office/officeart/2005/8/layout/list1"/>
    <dgm:cxn modelId="{5146BED5-FDF8-4174-93CC-F873C696DC37}" type="presParOf" srcId="{3DBAE7C1-7E57-4E04-AE43-135D2BB6378C}" destId="{7BA4BE36-552F-4B25-BF78-14B70D0E15A7}" srcOrd="1" destOrd="0" presId="urn:microsoft.com/office/officeart/2005/8/layout/list1"/>
    <dgm:cxn modelId="{D0709679-2490-4D8A-8EE7-A8091681EB28}" type="presParOf" srcId="{E042474C-A0A5-40D5-9B17-01117CC802AB}" destId="{44517AE8-CCB2-4E31-865B-B9A80A7AA389}" srcOrd="5" destOrd="0" presId="urn:microsoft.com/office/officeart/2005/8/layout/list1"/>
    <dgm:cxn modelId="{2DD1EC9C-AC34-437D-8DD9-0584C0319189}" type="presParOf" srcId="{E042474C-A0A5-40D5-9B17-01117CC802AB}" destId="{7917C87B-6C84-46AC-A0CC-40146E8D0C31}" srcOrd="6" destOrd="0" presId="urn:microsoft.com/office/officeart/2005/8/layout/list1"/>
    <dgm:cxn modelId="{58F73A23-FB48-44A7-A8B2-7AE53024F151}" type="presParOf" srcId="{E042474C-A0A5-40D5-9B17-01117CC802AB}" destId="{1D1D55CD-2025-44E1-813B-C15C114DF9C1}" srcOrd="7" destOrd="0" presId="urn:microsoft.com/office/officeart/2005/8/layout/list1"/>
    <dgm:cxn modelId="{FE1C3150-C365-4761-ABA4-8A8785EE1C7A}" type="presParOf" srcId="{E042474C-A0A5-40D5-9B17-01117CC802AB}" destId="{8773EE68-12BC-4B69-8C93-659C790897F4}" srcOrd="8" destOrd="0" presId="urn:microsoft.com/office/officeart/2005/8/layout/list1"/>
    <dgm:cxn modelId="{66E4E4D0-FF02-4776-A501-2537167F97FE}" type="presParOf" srcId="{8773EE68-12BC-4B69-8C93-659C790897F4}" destId="{98379ACE-A084-41B6-B3B2-4E7CEABCB17E}" srcOrd="0" destOrd="0" presId="urn:microsoft.com/office/officeart/2005/8/layout/list1"/>
    <dgm:cxn modelId="{A9391336-02C6-4DDA-8796-A0C2356D7EAF}" type="presParOf" srcId="{8773EE68-12BC-4B69-8C93-659C790897F4}" destId="{BB4727C1-D41B-423B-93AE-9DC77DA899D5}" srcOrd="1" destOrd="0" presId="urn:microsoft.com/office/officeart/2005/8/layout/list1"/>
    <dgm:cxn modelId="{BB1CD8DD-3AA5-4BD1-A536-9EA25F6F9037}" type="presParOf" srcId="{E042474C-A0A5-40D5-9B17-01117CC802AB}" destId="{B86E05FE-7386-4795-8530-4F6A0FE04BC8}" srcOrd="9" destOrd="0" presId="urn:microsoft.com/office/officeart/2005/8/layout/list1"/>
    <dgm:cxn modelId="{051A3F65-DF5E-45BA-935C-F01A08B9B5BE}" type="presParOf" srcId="{E042474C-A0A5-40D5-9B17-01117CC802AB}" destId="{1CAA899B-F6E6-4429-82FC-1AAFA4443513}" srcOrd="10" destOrd="0" presId="urn:microsoft.com/office/officeart/2005/8/layout/list1"/>
    <dgm:cxn modelId="{C96C5E07-0D55-48E7-BFF2-38A6B0B9DA1A}" type="presParOf" srcId="{E042474C-A0A5-40D5-9B17-01117CC802AB}" destId="{4FD1A70F-23A9-41D7-A717-400E59C82B89}" srcOrd="11" destOrd="0" presId="urn:microsoft.com/office/officeart/2005/8/layout/list1"/>
    <dgm:cxn modelId="{F59743E5-62E4-4457-A1CF-0E1483BA5F6E}" type="presParOf" srcId="{E042474C-A0A5-40D5-9B17-01117CC802AB}" destId="{7307C539-7BE1-4D3E-9F60-73B1657D2DE3}" srcOrd="12" destOrd="0" presId="urn:microsoft.com/office/officeart/2005/8/layout/list1"/>
    <dgm:cxn modelId="{5DF0EBC3-872B-4C28-8042-4E04F66B3CA7}" type="presParOf" srcId="{7307C539-7BE1-4D3E-9F60-73B1657D2DE3}" destId="{D57C1DB4-B9FC-4EED-841D-6C25049996BE}" srcOrd="0" destOrd="0" presId="urn:microsoft.com/office/officeart/2005/8/layout/list1"/>
    <dgm:cxn modelId="{94FF6AE3-B449-4FB3-B475-2EE2155AB9EE}" type="presParOf" srcId="{7307C539-7BE1-4D3E-9F60-73B1657D2DE3}" destId="{BE6FFCE4-D821-4667-8F34-735CD66E39FD}" srcOrd="1" destOrd="0" presId="urn:microsoft.com/office/officeart/2005/8/layout/list1"/>
    <dgm:cxn modelId="{2B6143DE-0083-4BC9-88CC-25BCA24C7BB8}" type="presParOf" srcId="{E042474C-A0A5-40D5-9B17-01117CC802AB}" destId="{0B6FF0A6-589B-46F7-873F-D987E65B5239}" srcOrd="13" destOrd="0" presId="urn:microsoft.com/office/officeart/2005/8/layout/list1"/>
    <dgm:cxn modelId="{FFABD3B4-D1D9-46E3-9E3C-AA208716F864}" type="presParOf" srcId="{E042474C-A0A5-40D5-9B17-01117CC802AB}" destId="{7A89284A-AC1B-4D70-9B1C-ADAF07F66E3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85C35-F699-4640-B952-1E19D48E42FC}">
      <dsp:nvSpPr>
        <dsp:cNvPr id="0" name=""/>
        <dsp:cNvSpPr/>
      </dsp:nvSpPr>
      <dsp:spPr>
        <a:xfrm>
          <a:off x="0" y="272215"/>
          <a:ext cx="9209260" cy="1151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741" tIns="354076" rIns="714741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Recommender systems help users </a:t>
          </a:r>
          <a:r>
            <a:rPr lang="en-SG" sz="1400" b="1" kern="1200" dirty="0"/>
            <a:t>discover relevant content faster</a:t>
          </a:r>
          <a:r>
            <a:rPr lang="en-SG" sz="1400" b="0" kern="1200" dirty="0"/>
            <a:t>, which </a:t>
          </a:r>
          <a:r>
            <a:rPr lang="en-SG" sz="1400" b="1" kern="1200" dirty="0"/>
            <a:t>can improve engagement </a:t>
          </a:r>
          <a:r>
            <a:rPr lang="en-SG" sz="1400" b="0" kern="1200" dirty="0"/>
            <a:t>(CTR, watch time) and </a:t>
          </a:r>
          <a:r>
            <a:rPr lang="en-SG" sz="1400" b="1" kern="1200" dirty="0"/>
            <a:t>retention</a:t>
          </a:r>
          <a:r>
            <a:rPr lang="en-SG" sz="1400" b="0" kern="1200" dirty="0"/>
            <a:t> in large catalogs.</a:t>
          </a:r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Critical in large catalogs (movies, e-commerce, feeds) with limited user attention</a:t>
          </a:r>
        </a:p>
      </dsp:txBody>
      <dsp:txXfrm>
        <a:off x="0" y="272215"/>
        <a:ext cx="9209260" cy="1151325"/>
      </dsp:txXfrm>
    </dsp:sp>
    <dsp:sp modelId="{2A2B5F5A-0955-4A24-AE6C-AAF8FDC2D0E9}">
      <dsp:nvSpPr>
        <dsp:cNvPr id="0" name=""/>
        <dsp:cNvSpPr/>
      </dsp:nvSpPr>
      <dsp:spPr>
        <a:xfrm>
          <a:off x="460463" y="21294"/>
          <a:ext cx="644648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662" tIns="0" rIns="2436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Business</a:t>
          </a:r>
        </a:p>
      </dsp:txBody>
      <dsp:txXfrm>
        <a:off x="484961" y="45792"/>
        <a:ext cx="6397486" cy="452844"/>
      </dsp:txXfrm>
    </dsp:sp>
    <dsp:sp modelId="{F9660ED3-7E34-4DC3-9E46-435268952735}">
      <dsp:nvSpPr>
        <dsp:cNvPr id="0" name=""/>
        <dsp:cNvSpPr/>
      </dsp:nvSpPr>
      <dsp:spPr>
        <a:xfrm>
          <a:off x="0" y="1766260"/>
          <a:ext cx="9209260" cy="1151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741" tIns="354076" rIns="714741" bIns="99568" numCol="1" spcCol="1270" anchor="t" anchorCtr="0">
          <a:noAutofit/>
        </a:bodyPr>
        <a:lstStyle/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Use the </a:t>
          </a:r>
          <a:r>
            <a:rPr lang="en-SG" sz="1400" b="1" kern="1200" dirty="0"/>
            <a:t>MovieLens 100k dataset </a:t>
          </a:r>
          <a:r>
            <a:rPr lang="en-SG" sz="1400" kern="1200" dirty="0"/>
            <a:t>as a </a:t>
          </a:r>
          <a:r>
            <a:rPr lang="en-SG" sz="1400" b="1" kern="1200" dirty="0"/>
            <a:t>representative example </a:t>
          </a:r>
          <a:r>
            <a:rPr lang="en-SG" sz="1400" kern="1200" dirty="0"/>
            <a:t>of </a:t>
          </a:r>
          <a:r>
            <a:rPr lang="en-SG" sz="1400" b="1" kern="1200" dirty="0"/>
            <a:t>user-item interactions with ratings and timestamps.
 </a:t>
          </a:r>
          <a:r>
            <a:rPr lang="en-SG" sz="1400" b="0" kern="1200" dirty="0"/>
            <a:t>Used as a </a:t>
          </a:r>
          <a:r>
            <a:rPr lang="en-SG" sz="1400" b="1" kern="1200" dirty="0"/>
            <a:t>proxy for viewing behavior and preference signals</a:t>
          </a:r>
        </a:p>
      </dsp:txBody>
      <dsp:txXfrm>
        <a:off x="0" y="1766260"/>
        <a:ext cx="9209260" cy="1151325"/>
      </dsp:txXfrm>
    </dsp:sp>
    <dsp:sp modelId="{6657E7CD-1802-4279-A7A5-C928EBC98B73}">
      <dsp:nvSpPr>
        <dsp:cNvPr id="0" name=""/>
        <dsp:cNvSpPr/>
      </dsp:nvSpPr>
      <dsp:spPr>
        <a:xfrm>
          <a:off x="460463" y="1515340"/>
          <a:ext cx="644648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662" tIns="0" rIns="2436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Dataset</a:t>
          </a:r>
        </a:p>
      </dsp:txBody>
      <dsp:txXfrm>
        <a:off x="484961" y="1539838"/>
        <a:ext cx="6397486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024A1-96FB-4F3B-913E-2E39FA1EC4BB}">
      <dsp:nvSpPr>
        <dsp:cNvPr id="0" name=""/>
        <dsp:cNvSpPr/>
      </dsp:nvSpPr>
      <dsp:spPr>
        <a:xfrm>
          <a:off x="0" y="208687"/>
          <a:ext cx="8542229" cy="121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972" tIns="291592" rIns="662972" bIns="99568" numCol="1" spcCol="1270" anchor="t" anchorCtr="0">
          <a:noAutofit/>
        </a:bodyPr>
        <a:lstStyle/>
        <a:p>
          <a:pPr marL="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i="0" kern="1200" dirty="0"/>
            <a:t>Ranking problem – rank items by predicting user preference from historical behavior. </a:t>
          </a:r>
          <a:endParaRPr lang="en-SG" sz="1400" b="1" kern="1200" dirty="0"/>
        </a:p>
        <a:p>
          <a:pPr marL="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0" i="1" kern="1200" dirty="0"/>
            <a:t>“Given limited recommendation slots (Top-K), how do we rank items to maximize relevance?”</a:t>
          </a:r>
        </a:p>
      </dsp:txBody>
      <dsp:txXfrm>
        <a:off x="0" y="208687"/>
        <a:ext cx="8542229" cy="1212750"/>
      </dsp:txXfrm>
    </dsp:sp>
    <dsp:sp modelId="{EE2B6593-F95C-4533-9EEC-E3F4862A0944}">
      <dsp:nvSpPr>
        <dsp:cNvPr id="0" name=""/>
        <dsp:cNvSpPr/>
      </dsp:nvSpPr>
      <dsp:spPr>
        <a:xfrm>
          <a:off x="427111" y="2047"/>
          <a:ext cx="597956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013" tIns="0" rIns="22601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2000" b="1" kern="1200" dirty="0"/>
            <a:t>Problem Framing</a:t>
          </a:r>
          <a:endParaRPr lang="en-SG" sz="2000" b="1" u="none" kern="1200" dirty="0"/>
        </a:p>
      </dsp:txBody>
      <dsp:txXfrm>
        <a:off x="447286" y="22222"/>
        <a:ext cx="5939210" cy="372930"/>
      </dsp:txXfrm>
    </dsp:sp>
    <dsp:sp modelId="{478EAEA9-2F49-4F4A-8C8C-401919DFA9DC}">
      <dsp:nvSpPr>
        <dsp:cNvPr id="0" name=""/>
        <dsp:cNvSpPr/>
      </dsp:nvSpPr>
      <dsp:spPr>
        <a:xfrm>
          <a:off x="0" y="1703677"/>
          <a:ext cx="8542229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972" tIns="291592" rIns="662972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SG" sz="1400" b="1" kern="1200" dirty="0"/>
            <a:t>Business objective: </a:t>
          </a:r>
          <a:r>
            <a:rPr lang="en-SG" sz="1400" b="1" i="0" kern="1200" dirty="0"/>
            <a:t>Rank items for each user to maximize user interaction, under</a:t>
          </a:r>
          <a:endParaRPr lang="en-SG" sz="1400" b="1" kern="1200" dirty="0"/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Limited screen space</a:t>
          </a:r>
          <a:endParaRPr lang="en-SG" sz="1400" b="1" kern="1200" dirty="0"/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Large candidate pool</a:t>
          </a:r>
        </a:p>
      </dsp:txBody>
      <dsp:txXfrm>
        <a:off x="0" y="1703677"/>
        <a:ext cx="8542229" cy="1058400"/>
      </dsp:txXfrm>
    </dsp:sp>
    <dsp:sp modelId="{696B1520-5391-45CE-8D80-CDC7E53A8339}">
      <dsp:nvSpPr>
        <dsp:cNvPr id="0" name=""/>
        <dsp:cNvSpPr/>
      </dsp:nvSpPr>
      <dsp:spPr>
        <a:xfrm>
          <a:off x="427111" y="1497037"/>
          <a:ext cx="597956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013" tIns="0" rIns="22601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Decision Framing</a:t>
          </a:r>
        </a:p>
      </dsp:txBody>
      <dsp:txXfrm>
        <a:off x="447286" y="1517212"/>
        <a:ext cx="5939210" cy="372930"/>
      </dsp:txXfrm>
    </dsp:sp>
    <dsp:sp modelId="{B121D308-35EA-4FEE-95DF-151836922AAF}">
      <dsp:nvSpPr>
        <dsp:cNvPr id="0" name=""/>
        <dsp:cNvSpPr/>
      </dsp:nvSpPr>
      <dsp:spPr>
        <a:xfrm>
          <a:off x="0" y="3044317"/>
          <a:ext cx="8542229" cy="61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972" tIns="291592" rIns="662972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Hypothesis: Personalized recommendations outperform non-personalized baseline</a:t>
          </a:r>
        </a:p>
      </dsp:txBody>
      <dsp:txXfrm>
        <a:off x="0" y="3044317"/>
        <a:ext cx="8542229" cy="617400"/>
      </dsp:txXfrm>
    </dsp:sp>
    <dsp:sp modelId="{32115CBE-AE60-462E-BB10-40328303548E}">
      <dsp:nvSpPr>
        <dsp:cNvPr id="0" name=""/>
        <dsp:cNvSpPr/>
      </dsp:nvSpPr>
      <dsp:spPr>
        <a:xfrm>
          <a:off x="427111" y="2837677"/>
          <a:ext cx="597956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013" tIns="0" rIns="22601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Expected Outcome </a:t>
          </a:r>
        </a:p>
      </dsp:txBody>
      <dsp:txXfrm>
        <a:off x="447286" y="2857852"/>
        <a:ext cx="5939210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5B676-22D0-4E16-BC31-0A5FEB3553E0}">
      <dsp:nvSpPr>
        <dsp:cNvPr id="0" name=""/>
        <dsp:cNvSpPr/>
      </dsp:nvSpPr>
      <dsp:spPr>
        <a:xfrm>
          <a:off x="0" y="219385"/>
          <a:ext cx="9990825" cy="1499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399" tIns="291592" rIns="775399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Business translation: Higher Recall@K</a:t>
          </a:r>
          <a:r>
            <a:rPr lang="en-SG" sz="1400" kern="1200" dirty="0"/>
            <a:t> increases the chance that users see relevant items early, improving engagement</a:t>
          </a:r>
          <a:endParaRPr lang="en-SG" sz="1400" b="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Measures whether the </a:t>
          </a:r>
          <a:r>
            <a:rPr lang="en-SG" sz="1400" b="1" kern="1200" dirty="0"/>
            <a:t>user’s next item appears in the Top-K recommendations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Higher Recall@10 </a:t>
          </a:r>
          <a:r>
            <a:rPr lang="en-SG" sz="1400" b="0" kern="1200" dirty="0"/>
            <a:t>means the</a:t>
          </a:r>
          <a:r>
            <a:rPr lang="en-SG" sz="1400" b="0" i="0" kern="1200" dirty="0"/>
            <a:t> </a:t>
          </a:r>
          <a:r>
            <a:rPr lang="en-SG" sz="1400" b="1" i="0" kern="1200" dirty="0"/>
            <a:t>relevant item </a:t>
          </a:r>
          <a:r>
            <a:rPr lang="en-SG" sz="1400" b="0" i="0" kern="1200" dirty="0"/>
            <a:t>is </a:t>
          </a:r>
          <a:r>
            <a:rPr lang="en-SG" sz="1400" b="1" i="0" kern="1200" dirty="0"/>
            <a:t>included in the Top-K list for more users.</a:t>
          </a:r>
          <a:endParaRPr lang="en-SG" sz="1400" b="1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i="0" kern="1200" dirty="0"/>
            <a:t> </a:t>
          </a:r>
          <a:r>
            <a:rPr lang="en-SG" sz="1400" b="1" i="0" kern="1200" dirty="0"/>
            <a:t>For a single user, Recall@10 </a:t>
          </a:r>
          <a:r>
            <a:rPr lang="en-SG" sz="1400" b="0" i="0" kern="1200" dirty="0"/>
            <a:t>is </a:t>
          </a:r>
          <a:r>
            <a:rPr lang="en-SG" sz="1400" b="1" i="0" kern="1200" dirty="0"/>
            <a:t>either 0 or 1 </a:t>
          </a:r>
          <a:r>
            <a:rPr lang="en-SG" sz="1400" b="0" i="0" kern="1200" dirty="0"/>
            <a:t>for the single user-item test slice.</a:t>
          </a:r>
          <a:endParaRPr lang="en-SG" sz="1400" b="0" kern="1200" dirty="0"/>
        </a:p>
      </dsp:txBody>
      <dsp:txXfrm>
        <a:off x="0" y="219385"/>
        <a:ext cx="9990825" cy="1499400"/>
      </dsp:txXfrm>
    </dsp:sp>
    <dsp:sp modelId="{098EEF58-BE4A-4205-A3D1-3F9A5D14AD06}">
      <dsp:nvSpPr>
        <dsp:cNvPr id="0" name=""/>
        <dsp:cNvSpPr/>
      </dsp:nvSpPr>
      <dsp:spPr>
        <a:xfrm>
          <a:off x="499541" y="12745"/>
          <a:ext cx="6993577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341" tIns="0" rIns="264341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Primary metric: Recall@K</a:t>
          </a:r>
          <a:endParaRPr lang="en-SG" sz="1600" kern="1200" dirty="0"/>
        </a:p>
      </dsp:txBody>
      <dsp:txXfrm>
        <a:off x="519716" y="32920"/>
        <a:ext cx="6953227" cy="372930"/>
      </dsp:txXfrm>
    </dsp:sp>
    <dsp:sp modelId="{2981F39D-A336-4BB9-9956-AE5D996342D5}">
      <dsp:nvSpPr>
        <dsp:cNvPr id="0" name=""/>
        <dsp:cNvSpPr/>
      </dsp:nvSpPr>
      <dsp:spPr>
        <a:xfrm>
          <a:off x="0" y="2001025"/>
          <a:ext cx="9990825" cy="1256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399" tIns="291592" rIns="775399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</a:t>
          </a:r>
          <a:r>
            <a:rPr lang="en-SG" sz="1400" b="1" kern="1200" dirty="0"/>
            <a:t>Train-test split </a:t>
          </a:r>
          <a:r>
            <a:rPr lang="en-SG" sz="1400" b="1" i="0" kern="1200" dirty="0"/>
            <a:t>– </a:t>
          </a:r>
          <a:r>
            <a:rPr lang="en-SG" sz="1400" b="0" i="0" kern="1200" dirty="0"/>
            <a:t>no validation split for this compact illustrative case example</a:t>
          </a:r>
          <a:endParaRPr lang="en-SG" sz="1400" b="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Time-aware split </a:t>
          </a:r>
          <a:r>
            <a:rPr lang="en-SG" sz="1400" b="1" i="0" kern="1200" dirty="0"/>
            <a:t>– avoid temporal leakage </a:t>
          </a:r>
          <a:r>
            <a:rPr lang="en-SG" sz="1400" b="0" i="0" kern="1200" dirty="0"/>
            <a:t>by training on past to predict future </a:t>
          </a:r>
          <a:endParaRPr lang="en-SG" sz="1400" b="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For each user, </a:t>
          </a:r>
          <a:r>
            <a:rPr lang="en-SG" sz="1400" b="1" kern="1200" dirty="0"/>
            <a:t>hold out user’s latest positively rated movie (`rating &gt;= 4`) as the test item </a:t>
          </a:r>
          <a:r>
            <a:rPr lang="en-SG" sz="1400" b="0" kern="1200" dirty="0"/>
            <a:t>and </a:t>
          </a:r>
          <a:r>
            <a:rPr lang="en-SG" sz="1400" b="1" kern="1200" dirty="0"/>
            <a:t>train only on interactions that happened earlier</a:t>
          </a:r>
          <a:endParaRPr lang="en-SG" sz="1400" b="0" kern="1200" dirty="0"/>
        </a:p>
      </dsp:txBody>
      <dsp:txXfrm>
        <a:off x="0" y="2001025"/>
        <a:ext cx="9990825" cy="1256850"/>
      </dsp:txXfrm>
    </dsp:sp>
    <dsp:sp modelId="{F0519E15-B7D6-48BA-B397-B1714BED6080}">
      <dsp:nvSpPr>
        <dsp:cNvPr id="0" name=""/>
        <dsp:cNvSpPr/>
      </dsp:nvSpPr>
      <dsp:spPr>
        <a:xfrm>
          <a:off x="499541" y="1794385"/>
          <a:ext cx="6993577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341" tIns="0" rIns="264341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Evaluation Design</a:t>
          </a:r>
        </a:p>
      </dsp:txBody>
      <dsp:txXfrm>
        <a:off x="519716" y="1814560"/>
        <a:ext cx="6953227" cy="372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5B676-22D0-4E16-BC31-0A5FEB3553E0}">
      <dsp:nvSpPr>
        <dsp:cNvPr id="0" name=""/>
        <dsp:cNvSpPr/>
      </dsp:nvSpPr>
      <dsp:spPr>
        <a:xfrm>
          <a:off x="0" y="271875"/>
          <a:ext cx="10009185" cy="294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824" tIns="354076" rIns="776824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Start with a non-personalized baseline; then evaluate whether personalized models improve ranking quality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SG" sz="1400" b="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Popularity Heuristic </a:t>
          </a:r>
          <a:r>
            <a:rPr lang="en-SG" sz="1400" kern="1200" dirty="0"/>
            <a:t>— </a:t>
          </a:r>
          <a:r>
            <a:rPr lang="en-SG" sz="1400" b="1" kern="1200" dirty="0"/>
            <a:t>Baseline Model, User-Agnostic</a:t>
          </a:r>
          <a:endParaRPr lang="en-SG" sz="1400" b="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Recommends globally popular items (no personalization)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SG" sz="1400" b="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Collaborative Filtering (TruncatedSVD) </a:t>
          </a:r>
          <a:r>
            <a:rPr lang="en-SG" sz="1400" kern="1200" dirty="0"/>
            <a:t>— </a:t>
          </a:r>
          <a:r>
            <a:rPr lang="en-SG" sz="1400" b="1" kern="1200" dirty="0"/>
            <a:t>Comparison Model, User-Personalized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</a:t>
          </a:r>
          <a:r>
            <a:rPr lang="en-SG" sz="1400" b="0" kern="1200" dirty="0"/>
            <a:t>Learns both user embeddings and item embeddings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Predicts preference scores using dot product between user and item embeddings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SG" sz="140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Potential Extensions </a:t>
          </a:r>
          <a:r>
            <a:rPr lang="en-SG" sz="1400" kern="1200" dirty="0"/>
            <a:t>— </a:t>
          </a:r>
          <a:r>
            <a:rPr lang="en-SG" sz="1400" b="1" kern="1200" dirty="0"/>
            <a:t>Deep Models (Two-Tower) with rich features</a:t>
          </a:r>
          <a:endParaRPr lang="en-SG" sz="1400" kern="1200" dirty="0"/>
        </a:p>
      </dsp:txBody>
      <dsp:txXfrm>
        <a:off x="0" y="271875"/>
        <a:ext cx="10009185" cy="2945250"/>
      </dsp:txXfrm>
    </dsp:sp>
    <dsp:sp modelId="{098EEF58-BE4A-4205-A3D1-3F9A5D14AD06}">
      <dsp:nvSpPr>
        <dsp:cNvPr id="0" name=""/>
        <dsp:cNvSpPr/>
      </dsp:nvSpPr>
      <dsp:spPr>
        <a:xfrm>
          <a:off x="500459" y="20955"/>
          <a:ext cx="7006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826" tIns="0" rIns="264826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Model Comparison</a:t>
          </a:r>
          <a:endParaRPr lang="en-SG" sz="1600" kern="1200" dirty="0"/>
        </a:p>
      </dsp:txBody>
      <dsp:txXfrm>
        <a:off x="524957" y="45453"/>
        <a:ext cx="6957433" cy="452844"/>
      </dsp:txXfrm>
    </dsp:sp>
    <dsp:sp modelId="{2981F39D-A336-4BB9-9956-AE5D996342D5}">
      <dsp:nvSpPr>
        <dsp:cNvPr id="0" name=""/>
        <dsp:cNvSpPr/>
      </dsp:nvSpPr>
      <dsp:spPr>
        <a:xfrm>
          <a:off x="0" y="3559845"/>
          <a:ext cx="10009185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824" tIns="354076" rIns="776824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Dot Product (Collaborative Filtering)</a:t>
          </a:r>
          <a:endParaRPr lang="en-SG" sz="1400" b="0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i="0" kern="1200" dirty="0"/>
            <a:t> Captures </a:t>
          </a:r>
          <a:r>
            <a:rPr lang="en-SG" sz="1400" b="1" i="0" kern="1200" dirty="0"/>
            <a:t>both similarity and preference strength</a:t>
          </a:r>
          <a:endParaRPr lang="en-SG" sz="1400" b="1" kern="1200" dirty="0"/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Useful for </a:t>
          </a:r>
          <a:r>
            <a:rPr lang="en-SG" sz="1400" b="1" kern="1200" dirty="0"/>
            <a:t>ranking by how strongly a user prefers an item</a:t>
          </a:r>
        </a:p>
      </dsp:txBody>
      <dsp:txXfrm>
        <a:off x="0" y="3559845"/>
        <a:ext cx="10009185" cy="1124550"/>
      </dsp:txXfrm>
    </dsp:sp>
    <dsp:sp modelId="{F0519E15-B7D6-48BA-B397-B1714BED6080}">
      <dsp:nvSpPr>
        <dsp:cNvPr id="0" name=""/>
        <dsp:cNvSpPr/>
      </dsp:nvSpPr>
      <dsp:spPr>
        <a:xfrm>
          <a:off x="500459" y="3308925"/>
          <a:ext cx="7006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826" tIns="0" rIns="264826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Scoring Mechanism</a:t>
          </a:r>
        </a:p>
      </dsp:txBody>
      <dsp:txXfrm>
        <a:off x="524957" y="3333423"/>
        <a:ext cx="6957433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3DCA9-27B9-4485-9EF2-7672F3A9D815}">
      <dsp:nvSpPr>
        <dsp:cNvPr id="0" name=""/>
        <dsp:cNvSpPr/>
      </dsp:nvSpPr>
      <dsp:spPr>
        <a:xfrm>
          <a:off x="0" y="228128"/>
          <a:ext cx="5956368" cy="548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249936" rIns="462280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0" kern="1200" dirty="0"/>
            <a:t>learns user and item embeddings representations.</a:t>
          </a:r>
        </a:p>
      </dsp:txBody>
      <dsp:txXfrm>
        <a:off x="0" y="228128"/>
        <a:ext cx="5956368" cy="548100"/>
      </dsp:txXfrm>
    </dsp:sp>
    <dsp:sp modelId="{36E764A6-17A1-4966-B4DA-101E4459E36D}">
      <dsp:nvSpPr>
        <dsp:cNvPr id="0" name=""/>
        <dsp:cNvSpPr/>
      </dsp:nvSpPr>
      <dsp:spPr>
        <a:xfrm>
          <a:off x="297818" y="51008"/>
          <a:ext cx="416945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596" tIns="0" rIns="1575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Offline training</a:t>
          </a:r>
          <a:endParaRPr lang="en-SG" sz="2000" kern="1200" dirty="0"/>
        </a:p>
      </dsp:txBody>
      <dsp:txXfrm>
        <a:off x="315111" y="68301"/>
        <a:ext cx="4134871" cy="319654"/>
      </dsp:txXfrm>
    </dsp:sp>
    <dsp:sp modelId="{E6739AA9-A3F5-4776-953F-276D1191D144}">
      <dsp:nvSpPr>
        <dsp:cNvPr id="0" name=""/>
        <dsp:cNvSpPr/>
      </dsp:nvSpPr>
      <dsp:spPr>
        <a:xfrm>
          <a:off x="0" y="1018148"/>
          <a:ext cx="5956368" cy="94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249936" rIns="462280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narrows the full catalog to a shorter list </a:t>
          </a:r>
          <a:r>
            <a:rPr lang="en-SG" sz="1400" b="0" kern="1200" dirty="0"/>
            <a:t>of likely items using embedding-based retrieval e.g., </a:t>
          </a:r>
          <a:r>
            <a:rPr lang="en-SG" sz="1400" b="1" kern="1200" dirty="0"/>
            <a:t>ANN search </a:t>
          </a:r>
          <a:r>
            <a:rPr lang="en-SG" sz="1400" b="0" kern="1200" dirty="0"/>
            <a:t>instead of full scan</a:t>
          </a:r>
        </a:p>
      </dsp:txBody>
      <dsp:txXfrm>
        <a:off x="0" y="1018148"/>
        <a:ext cx="5956368" cy="945000"/>
      </dsp:txXfrm>
    </dsp:sp>
    <dsp:sp modelId="{0F89FA63-9572-4E2E-A99D-6E4F146A4869}">
      <dsp:nvSpPr>
        <dsp:cNvPr id="0" name=""/>
        <dsp:cNvSpPr/>
      </dsp:nvSpPr>
      <dsp:spPr>
        <a:xfrm>
          <a:off x="297818" y="841028"/>
          <a:ext cx="416945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596" tIns="0" rIns="1575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Candidate generation</a:t>
          </a:r>
          <a:endParaRPr lang="en-SG" sz="2000" kern="1200" dirty="0"/>
        </a:p>
      </dsp:txBody>
      <dsp:txXfrm>
        <a:off x="315111" y="858321"/>
        <a:ext cx="4134871" cy="319654"/>
      </dsp:txXfrm>
    </dsp:sp>
    <dsp:sp modelId="{E11EC25D-5807-4290-B496-C3ADAF1B2514}">
      <dsp:nvSpPr>
        <dsp:cNvPr id="0" name=""/>
        <dsp:cNvSpPr/>
      </dsp:nvSpPr>
      <dsp:spPr>
        <a:xfrm>
          <a:off x="0" y="2205068"/>
          <a:ext cx="5956368" cy="548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249936" rIns="462280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Scores </a:t>
          </a:r>
          <a:r>
            <a:rPr lang="en-SG" sz="1400" b="0" kern="1200" dirty="0"/>
            <a:t>the candidates set more precisely </a:t>
          </a:r>
          <a:r>
            <a:rPr lang="en-SG" sz="1400" b="1" kern="1200" dirty="0"/>
            <a:t>for ranking.</a:t>
          </a:r>
        </a:p>
      </dsp:txBody>
      <dsp:txXfrm>
        <a:off x="0" y="2205068"/>
        <a:ext cx="5956368" cy="548100"/>
      </dsp:txXfrm>
    </dsp:sp>
    <dsp:sp modelId="{337C172A-0F11-46C7-9F36-39E1B31326BF}">
      <dsp:nvSpPr>
        <dsp:cNvPr id="0" name=""/>
        <dsp:cNvSpPr/>
      </dsp:nvSpPr>
      <dsp:spPr>
        <a:xfrm>
          <a:off x="297818" y="2027948"/>
          <a:ext cx="416945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596" tIns="0" rIns="1575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Ranking</a:t>
          </a:r>
          <a:endParaRPr lang="en-SG" sz="2000" kern="1200" dirty="0"/>
        </a:p>
      </dsp:txBody>
      <dsp:txXfrm>
        <a:off x="315111" y="2045241"/>
        <a:ext cx="4134871" cy="319654"/>
      </dsp:txXfrm>
    </dsp:sp>
    <dsp:sp modelId="{CD59ACE8-7D59-4F3D-BA52-17F554211FC1}">
      <dsp:nvSpPr>
        <dsp:cNvPr id="0" name=""/>
        <dsp:cNvSpPr/>
      </dsp:nvSpPr>
      <dsp:spPr>
        <a:xfrm>
          <a:off x="0" y="2995088"/>
          <a:ext cx="5956368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249936" rIns="462280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adjusts ranking for business rules </a:t>
          </a:r>
          <a:r>
            <a:rPr lang="en-SG" sz="1400" kern="1200" dirty="0"/>
            <a:t>(e.g., diversity to avoid similar items, freshness to prioritize newer content).</a:t>
          </a:r>
          <a:endParaRPr lang="en-SG" sz="1400" b="1" kern="1200" dirty="0"/>
        </a:p>
      </dsp:txBody>
      <dsp:txXfrm>
        <a:off x="0" y="2995088"/>
        <a:ext cx="5956368" cy="756000"/>
      </dsp:txXfrm>
    </dsp:sp>
    <dsp:sp modelId="{3ED1DD18-467D-4FA5-887D-22B85F20B566}">
      <dsp:nvSpPr>
        <dsp:cNvPr id="0" name=""/>
        <dsp:cNvSpPr/>
      </dsp:nvSpPr>
      <dsp:spPr>
        <a:xfrm>
          <a:off x="297818" y="2817968"/>
          <a:ext cx="416945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596" tIns="0" rIns="1575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Re-ranking</a:t>
          </a:r>
          <a:endParaRPr lang="en-SG" sz="2000" kern="1200" dirty="0"/>
        </a:p>
      </dsp:txBody>
      <dsp:txXfrm>
        <a:off x="315111" y="2835261"/>
        <a:ext cx="4134871" cy="319654"/>
      </dsp:txXfrm>
    </dsp:sp>
    <dsp:sp modelId="{6E44D9C8-612D-48C4-A1F5-B35EB236BF5C}">
      <dsp:nvSpPr>
        <dsp:cNvPr id="0" name=""/>
        <dsp:cNvSpPr/>
      </dsp:nvSpPr>
      <dsp:spPr>
        <a:xfrm>
          <a:off x="0" y="3993008"/>
          <a:ext cx="5956368" cy="548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249936" rIns="462280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kern="1200" dirty="0"/>
            <a:t>returns the </a:t>
          </a:r>
          <a:r>
            <a:rPr lang="en-SG" sz="1400" b="1" kern="1200" dirty="0"/>
            <a:t>final Top-K recommendations.</a:t>
          </a:r>
        </a:p>
      </dsp:txBody>
      <dsp:txXfrm>
        <a:off x="0" y="3993008"/>
        <a:ext cx="5956368" cy="548100"/>
      </dsp:txXfrm>
    </dsp:sp>
    <dsp:sp modelId="{5A467C53-D8CA-4623-B69F-62B06F4C19F3}">
      <dsp:nvSpPr>
        <dsp:cNvPr id="0" name=""/>
        <dsp:cNvSpPr/>
      </dsp:nvSpPr>
      <dsp:spPr>
        <a:xfrm>
          <a:off x="297818" y="3815888"/>
          <a:ext cx="416945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596" tIns="0" rIns="1575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Serving </a:t>
          </a:r>
          <a:r>
            <a:rPr lang="en-SG" sz="1000" b="0" kern="1200" dirty="0"/>
            <a:t>(separate training/serving pipeline)</a:t>
          </a:r>
          <a:endParaRPr lang="en-SG" sz="1000" kern="1200" dirty="0"/>
        </a:p>
      </dsp:txBody>
      <dsp:txXfrm>
        <a:off x="315111" y="3833181"/>
        <a:ext cx="4134871" cy="319654"/>
      </dsp:txXfrm>
    </dsp:sp>
    <dsp:sp modelId="{89D5E5CC-06E9-48FF-A660-2E48588B356B}">
      <dsp:nvSpPr>
        <dsp:cNvPr id="0" name=""/>
        <dsp:cNvSpPr/>
      </dsp:nvSpPr>
      <dsp:spPr>
        <a:xfrm>
          <a:off x="0" y="4783028"/>
          <a:ext cx="5956368" cy="548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249936" rIns="46228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kern="1200" dirty="0"/>
            <a:t>the model to </a:t>
          </a:r>
          <a:r>
            <a:rPr lang="en-SG" sz="1400" b="1" kern="1200" dirty="0"/>
            <a:t>reflect changes in customer behaviour.</a:t>
          </a:r>
          <a:endParaRPr lang="en-SG" sz="1400" kern="1200" dirty="0"/>
        </a:p>
      </dsp:txBody>
      <dsp:txXfrm>
        <a:off x="0" y="4783028"/>
        <a:ext cx="5956368" cy="548100"/>
      </dsp:txXfrm>
    </dsp:sp>
    <dsp:sp modelId="{41BAF3CF-75AE-40EA-B9CA-51A5A4ED5B0E}">
      <dsp:nvSpPr>
        <dsp:cNvPr id="0" name=""/>
        <dsp:cNvSpPr/>
      </dsp:nvSpPr>
      <dsp:spPr>
        <a:xfrm>
          <a:off x="297818" y="4605908"/>
          <a:ext cx="416945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596" tIns="0" rIns="157596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Periodically retrain</a:t>
          </a:r>
          <a:endParaRPr lang="en-SG" sz="2000" kern="1200" dirty="0"/>
        </a:p>
      </dsp:txBody>
      <dsp:txXfrm>
        <a:off x="315111" y="4623201"/>
        <a:ext cx="4134871" cy="3196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87D403-C90F-461C-A1E7-284A67BE4E9A}">
      <dsp:nvSpPr>
        <dsp:cNvPr id="0" name=""/>
        <dsp:cNvSpPr/>
      </dsp:nvSpPr>
      <dsp:spPr>
        <a:xfrm>
          <a:off x="378274" y="0"/>
          <a:ext cx="1970324" cy="510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Offline training</a:t>
          </a:r>
          <a:endParaRPr lang="en-SG" sz="2000" kern="1200" dirty="0"/>
        </a:p>
      </dsp:txBody>
      <dsp:txXfrm>
        <a:off x="393215" y="14941"/>
        <a:ext cx="1940442" cy="480234"/>
      </dsp:txXfrm>
    </dsp:sp>
    <dsp:sp modelId="{11CADC25-FD5E-4418-BE29-09EB489C7C5B}">
      <dsp:nvSpPr>
        <dsp:cNvPr id="0" name=""/>
        <dsp:cNvSpPr/>
      </dsp:nvSpPr>
      <dsp:spPr>
        <a:xfrm rot="5400000">
          <a:off x="1267789" y="522869"/>
          <a:ext cx="191293" cy="229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900" kern="1200"/>
        </a:p>
      </dsp:txBody>
      <dsp:txXfrm rot="-5400000">
        <a:off x="1294570" y="541998"/>
        <a:ext cx="137732" cy="133905"/>
      </dsp:txXfrm>
    </dsp:sp>
    <dsp:sp modelId="{52CC5297-BE97-41BA-8E56-A195DF35637B}">
      <dsp:nvSpPr>
        <dsp:cNvPr id="0" name=""/>
        <dsp:cNvSpPr/>
      </dsp:nvSpPr>
      <dsp:spPr>
        <a:xfrm>
          <a:off x="378274" y="765174"/>
          <a:ext cx="1970324" cy="510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Ranking</a:t>
          </a:r>
          <a:endParaRPr lang="en-SG" sz="2000" kern="1200" dirty="0"/>
        </a:p>
      </dsp:txBody>
      <dsp:txXfrm>
        <a:off x="393215" y="780115"/>
        <a:ext cx="1940442" cy="480234"/>
      </dsp:txXfrm>
    </dsp:sp>
    <dsp:sp modelId="{E3CAD659-94B1-4B87-BAE2-E00FF7D43032}">
      <dsp:nvSpPr>
        <dsp:cNvPr id="0" name=""/>
        <dsp:cNvSpPr/>
      </dsp:nvSpPr>
      <dsp:spPr>
        <a:xfrm rot="5400000">
          <a:off x="1267789" y="1288044"/>
          <a:ext cx="191293" cy="229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900" kern="1200"/>
        </a:p>
      </dsp:txBody>
      <dsp:txXfrm rot="-5400000">
        <a:off x="1294570" y="1307173"/>
        <a:ext cx="137732" cy="133905"/>
      </dsp:txXfrm>
    </dsp:sp>
    <dsp:sp modelId="{736D2A2E-FE10-49E7-B772-7A86E12F891F}">
      <dsp:nvSpPr>
        <dsp:cNvPr id="0" name=""/>
        <dsp:cNvSpPr/>
      </dsp:nvSpPr>
      <dsp:spPr>
        <a:xfrm>
          <a:off x="378274" y="1530349"/>
          <a:ext cx="1970324" cy="510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Serving</a:t>
          </a:r>
          <a:endParaRPr lang="en-SG" sz="2000" kern="1200" dirty="0"/>
        </a:p>
      </dsp:txBody>
      <dsp:txXfrm>
        <a:off x="393215" y="1545290"/>
        <a:ext cx="1940442" cy="4802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D8FBB-21B5-4CDA-BEFE-64988D733F5C}">
      <dsp:nvSpPr>
        <dsp:cNvPr id="0" name=""/>
        <dsp:cNvSpPr/>
      </dsp:nvSpPr>
      <dsp:spPr>
        <a:xfrm>
          <a:off x="0" y="211716"/>
          <a:ext cx="9170830" cy="519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58" tIns="208280" rIns="711758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0" kern="1200" dirty="0"/>
            <a:t>Simple and robust, </a:t>
          </a:r>
          <a:r>
            <a:rPr lang="en-SG" sz="1400" b="1" kern="1200" dirty="0"/>
            <a:t>but not personalized.</a:t>
          </a:r>
        </a:p>
      </dsp:txBody>
      <dsp:txXfrm>
        <a:off x="0" y="211716"/>
        <a:ext cx="9170830" cy="519750"/>
      </dsp:txXfrm>
    </dsp:sp>
    <dsp:sp modelId="{8B8F4680-CA2C-4C4D-84F6-6BE1D156C9DB}">
      <dsp:nvSpPr>
        <dsp:cNvPr id="0" name=""/>
        <dsp:cNvSpPr/>
      </dsp:nvSpPr>
      <dsp:spPr>
        <a:xfrm>
          <a:off x="458541" y="64116"/>
          <a:ext cx="641958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645" tIns="0" rIns="242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Popularity baseline</a:t>
          </a:r>
          <a:endParaRPr lang="en-SG" sz="2000" kern="1200" dirty="0"/>
        </a:p>
      </dsp:txBody>
      <dsp:txXfrm>
        <a:off x="472951" y="78526"/>
        <a:ext cx="6390761" cy="266380"/>
      </dsp:txXfrm>
    </dsp:sp>
    <dsp:sp modelId="{F63E34ED-7F6A-42F1-85CD-B80F877172A9}">
      <dsp:nvSpPr>
        <dsp:cNvPr id="0" name=""/>
        <dsp:cNvSpPr/>
      </dsp:nvSpPr>
      <dsp:spPr>
        <a:xfrm>
          <a:off x="0" y="933066"/>
          <a:ext cx="9170830" cy="708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58" tIns="208280" rIns="711758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0" kern="1200" dirty="0"/>
            <a:t>Learns latent user–item factors and works well on sparse data; strong interpretable baseline, </a:t>
          </a:r>
          <a:r>
            <a:rPr lang="en-SG" sz="1400" b="1" kern="1200" dirty="0"/>
            <a:t>but requires periodic retraining to reflect recent user behavior.</a:t>
          </a:r>
        </a:p>
      </dsp:txBody>
      <dsp:txXfrm>
        <a:off x="0" y="933066"/>
        <a:ext cx="9170830" cy="708750"/>
      </dsp:txXfrm>
    </dsp:sp>
    <dsp:sp modelId="{8B6B8C49-65EC-4591-928A-F1DF94FFDE86}">
      <dsp:nvSpPr>
        <dsp:cNvPr id="0" name=""/>
        <dsp:cNvSpPr/>
      </dsp:nvSpPr>
      <dsp:spPr>
        <a:xfrm>
          <a:off x="458541" y="785466"/>
          <a:ext cx="641958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645" tIns="0" rIns="242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TruncatedSVD</a:t>
          </a:r>
          <a:endParaRPr lang="en-SG" sz="2000" kern="1200" dirty="0"/>
        </a:p>
      </dsp:txBody>
      <dsp:txXfrm>
        <a:off x="472951" y="799876"/>
        <a:ext cx="6390761" cy="266380"/>
      </dsp:txXfrm>
    </dsp:sp>
    <dsp:sp modelId="{C5619156-51C5-47D1-A55A-CBFA4E0C71B6}">
      <dsp:nvSpPr>
        <dsp:cNvPr id="0" name=""/>
        <dsp:cNvSpPr/>
      </dsp:nvSpPr>
      <dsp:spPr>
        <a:xfrm>
          <a:off x="0" y="1843416"/>
          <a:ext cx="9170830" cy="708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58" tIns="208280" rIns="711758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More scalable and expressive with richer features, but more complex to train, serve, and monitor.</a:t>
          </a:r>
        </a:p>
      </dsp:txBody>
      <dsp:txXfrm>
        <a:off x="0" y="1843416"/>
        <a:ext cx="9170830" cy="708750"/>
      </dsp:txXfrm>
    </dsp:sp>
    <dsp:sp modelId="{F462B781-B386-43CD-8197-299DB096FEAA}">
      <dsp:nvSpPr>
        <dsp:cNvPr id="0" name=""/>
        <dsp:cNvSpPr/>
      </dsp:nvSpPr>
      <dsp:spPr>
        <a:xfrm>
          <a:off x="458541" y="1695816"/>
          <a:ext cx="641958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645" tIns="0" rIns="242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Deep models </a:t>
          </a:r>
          <a:r>
            <a:rPr lang="en-SG" sz="1000" b="0" kern="1200" dirty="0"/>
            <a:t>(not implemented here)</a:t>
          </a:r>
          <a:endParaRPr lang="en-SG" sz="1000" kern="1200" dirty="0"/>
        </a:p>
      </dsp:txBody>
      <dsp:txXfrm>
        <a:off x="472951" y="1710226"/>
        <a:ext cx="6390761" cy="266380"/>
      </dsp:txXfrm>
    </dsp:sp>
    <dsp:sp modelId="{4768FE4E-691E-4AC9-B069-46FD3C1131AC}">
      <dsp:nvSpPr>
        <dsp:cNvPr id="0" name=""/>
        <dsp:cNvSpPr/>
      </dsp:nvSpPr>
      <dsp:spPr>
        <a:xfrm>
          <a:off x="0" y="2753766"/>
          <a:ext cx="9170830" cy="157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58" tIns="208280" rIns="711758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New users/items lack interaction data; </a:t>
          </a:r>
          <a:r>
            <a:rPr lang="en-SG" sz="1400" b="0" kern="1200" dirty="0"/>
            <a:t>a </a:t>
          </a:r>
          <a:r>
            <a:rPr lang="en-SG" sz="1400" b="1" kern="1200" dirty="0"/>
            <a:t>practical fallback </a:t>
          </a:r>
          <a:r>
            <a:rPr lang="en-SG" sz="1400" b="0" kern="1200" dirty="0"/>
            <a:t>is </a:t>
          </a:r>
          <a:r>
            <a:rPr lang="en-SG" sz="1400" b="1" kern="1200" dirty="0"/>
            <a:t>popularity-based</a:t>
          </a:r>
          <a:r>
            <a:rPr lang="en-SG" sz="1400" b="0" kern="1200" dirty="0"/>
            <a:t> recommendations. </a:t>
          </a:r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In production systems, start with</a:t>
          </a:r>
          <a:r>
            <a:rPr lang="en-SG" sz="1400" b="0" kern="1200" dirty="0"/>
            <a:t> simple user signals (e.g., onboarding preferences) matched to item attributes like genres </a:t>
          </a:r>
          <a:r>
            <a:rPr lang="en-SG" sz="1400" b="1" kern="1200" dirty="0"/>
            <a:t>(content-based)</a:t>
          </a:r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Then shift to </a:t>
          </a:r>
          <a:r>
            <a:rPr lang="en-SG" sz="1400" b="0" kern="1200" dirty="0"/>
            <a:t>behavior-based personalization </a:t>
          </a:r>
          <a:r>
            <a:rPr lang="en-SG" sz="1400" b="1" kern="1200" dirty="0"/>
            <a:t>(collaborative filtering)</a:t>
          </a:r>
          <a:r>
            <a:rPr lang="en-SG" sz="1400" b="0" kern="1200" dirty="0"/>
            <a:t> </a:t>
          </a:r>
          <a:r>
            <a:rPr lang="en-SG" sz="1400" b="1" kern="1200" dirty="0"/>
            <a:t>as more interaction data becomes available.</a:t>
          </a:r>
        </a:p>
      </dsp:txBody>
      <dsp:txXfrm>
        <a:off x="0" y="2753766"/>
        <a:ext cx="9170830" cy="1575000"/>
      </dsp:txXfrm>
    </dsp:sp>
    <dsp:sp modelId="{7A020129-57C2-448A-8420-F11BF0850D13}">
      <dsp:nvSpPr>
        <dsp:cNvPr id="0" name=""/>
        <dsp:cNvSpPr/>
      </dsp:nvSpPr>
      <dsp:spPr>
        <a:xfrm>
          <a:off x="458541" y="2606166"/>
          <a:ext cx="641958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645" tIns="0" rIns="242645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2000" b="1" kern="1200" dirty="0"/>
            <a:t>Cold start</a:t>
          </a:r>
        </a:p>
      </dsp:txBody>
      <dsp:txXfrm>
        <a:off x="472951" y="2620576"/>
        <a:ext cx="6390761" cy="266380"/>
      </dsp:txXfrm>
    </dsp:sp>
    <dsp:sp modelId="{E710EC2F-E1F8-4C39-8521-7B5E4CAB17EF}">
      <dsp:nvSpPr>
        <dsp:cNvPr id="0" name=""/>
        <dsp:cNvSpPr/>
      </dsp:nvSpPr>
      <dsp:spPr>
        <a:xfrm>
          <a:off x="0" y="4530366"/>
          <a:ext cx="9170830" cy="708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58" tIns="208280" rIns="711758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0" kern="1200" dirty="0"/>
            <a:t>Recall@K is used for offline model comparison; </a:t>
          </a:r>
          <a:r>
            <a:rPr lang="en-SG" sz="1400" b="1" kern="1200" dirty="0"/>
            <a:t>real business impact requires online A/B testing in production (not implemented here).</a:t>
          </a:r>
        </a:p>
      </dsp:txBody>
      <dsp:txXfrm>
        <a:off x="0" y="4530366"/>
        <a:ext cx="9170830" cy="708750"/>
      </dsp:txXfrm>
    </dsp:sp>
    <dsp:sp modelId="{DF614574-EFC1-4289-910B-E8B42A67CD14}">
      <dsp:nvSpPr>
        <dsp:cNvPr id="0" name=""/>
        <dsp:cNvSpPr/>
      </dsp:nvSpPr>
      <dsp:spPr>
        <a:xfrm>
          <a:off x="458541" y="4382766"/>
          <a:ext cx="641958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645" tIns="0" rIns="24264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Offline vs online evaluation</a:t>
          </a:r>
          <a:endParaRPr lang="en-SG" sz="2000" kern="1200" dirty="0"/>
        </a:p>
      </dsp:txBody>
      <dsp:txXfrm>
        <a:off x="472951" y="4397176"/>
        <a:ext cx="6390761" cy="2663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B0DB0-4359-4ABA-B7E8-9D326E119CD8}">
      <dsp:nvSpPr>
        <dsp:cNvPr id="0" name=""/>
        <dsp:cNvSpPr/>
      </dsp:nvSpPr>
      <dsp:spPr>
        <a:xfrm>
          <a:off x="0" y="259737"/>
          <a:ext cx="9085007" cy="774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097" tIns="249936" rIns="70509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</a:t>
          </a:r>
          <a:r>
            <a:rPr lang="en-SG" sz="1400" b="0" kern="1200" dirty="0"/>
            <a:t>Move beyond popularity baseline as interaction data grows
 Use collaborative filtering (TruncatedSVD) to improve relevance</a:t>
          </a:r>
        </a:p>
      </dsp:txBody>
      <dsp:txXfrm>
        <a:off x="0" y="259737"/>
        <a:ext cx="9085007" cy="774900"/>
      </dsp:txXfrm>
    </dsp:sp>
    <dsp:sp modelId="{73D61383-A059-4CF8-9A37-12E533FCFC22}">
      <dsp:nvSpPr>
        <dsp:cNvPr id="0" name=""/>
        <dsp:cNvSpPr/>
      </dsp:nvSpPr>
      <dsp:spPr>
        <a:xfrm>
          <a:off x="454250" y="82617"/>
          <a:ext cx="635950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374" tIns="0" rIns="24037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Prioritize personalized ranking when sufficient data is observed</a:t>
          </a:r>
        </a:p>
      </dsp:txBody>
      <dsp:txXfrm>
        <a:off x="471543" y="99910"/>
        <a:ext cx="6324918" cy="319654"/>
      </dsp:txXfrm>
    </dsp:sp>
    <dsp:sp modelId="{7917C87B-6C84-46AC-A0CC-40146E8D0C31}">
      <dsp:nvSpPr>
        <dsp:cNvPr id="0" name=""/>
        <dsp:cNvSpPr/>
      </dsp:nvSpPr>
      <dsp:spPr>
        <a:xfrm>
          <a:off x="0" y="1276557"/>
          <a:ext cx="9085007" cy="774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097" tIns="249936" rIns="70509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Start with a simple single-stage ranking setup
 Transition to multi-stage retrieval + ranking only when scale </a:t>
          </a:r>
          <a:r>
            <a:rPr lang="en-SG" sz="1400" b="0" kern="1200"/>
            <a:t>justifies it</a:t>
          </a:r>
          <a:endParaRPr lang="en-SG" sz="1400" b="0" kern="1200" dirty="0"/>
        </a:p>
      </dsp:txBody>
      <dsp:txXfrm>
        <a:off x="0" y="1276557"/>
        <a:ext cx="9085007" cy="774900"/>
      </dsp:txXfrm>
    </dsp:sp>
    <dsp:sp modelId="{7BA4BE36-552F-4B25-BF78-14B70D0E15A7}">
      <dsp:nvSpPr>
        <dsp:cNvPr id="0" name=""/>
        <dsp:cNvSpPr/>
      </dsp:nvSpPr>
      <dsp:spPr>
        <a:xfrm>
          <a:off x="454250" y="1099437"/>
          <a:ext cx="635950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374" tIns="0" rIns="24037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Evolve system complexity in stages</a:t>
          </a:r>
        </a:p>
      </dsp:txBody>
      <dsp:txXfrm>
        <a:off x="471543" y="1116730"/>
        <a:ext cx="6324918" cy="319654"/>
      </dsp:txXfrm>
    </dsp:sp>
    <dsp:sp modelId="{1CAA899B-F6E6-4429-82FC-1AAFA4443513}">
      <dsp:nvSpPr>
        <dsp:cNvPr id="0" name=""/>
        <dsp:cNvSpPr/>
      </dsp:nvSpPr>
      <dsp:spPr>
        <a:xfrm>
          <a:off x="0" y="2293377"/>
          <a:ext cx="9085007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097" tIns="249936" rIns="70509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Use popularity or simple heuristics as a fallback when interaction data is unavailable
 Incorporate lightweight signals (e.g., onboarding preferences or item metadata)
 Upgrade to personalized models after cold start is no longer an issue</a:t>
          </a:r>
          <a:endParaRPr lang="en-SG" sz="1400" b="1" kern="1200" dirty="0"/>
        </a:p>
      </dsp:txBody>
      <dsp:txXfrm>
        <a:off x="0" y="2293377"/>
        <a:ext cx="9085007" cy="1020600"/>
      </dsp:txXfrm>
    </dsp:sp>
    <dsp:sp modelId="{BB4727C1-D41B-423B-93AE-9DC77DA899D5}">
      <dsp:nvSpPr>
        <dsp:cNvPr id="0" name=""/>
        <dsp:cNvSpPr/>
      </dsp:nvSpPr>
      <dsp:spPr>
        <a:xfrm>
          <a:off x="454250" y="2116257"/>
          <a:ext cx="635950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374" tIns="0" rIns="24037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Plan explicit fallback strategies for cold start</a:t>
          </a:r>
        </a:p>
      </dsp:txBody>
      <dsp:txXfrm>
        <a:off x="471543" y="2133550"/>
        <a:ext cx="6324918" cy="319654"/>
      </dsp:txXfrm>
    </dsp:sp>
    <dsp:sp modelId="{7A89284A-AC1B-4D70-9B1C-ADAF07F66E34}">
      <dsp:nvSpPr>
        <dsp:cNvPr id="0" name=""/>
        <dsp:cNvSpPr/>
      </dsp:nvSpPr>
      <dsp:spPr>
        <a:xfrm>
          <a:off x="0" y="3555552"/>
          <a:ext cx="9085007" cy="774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097" tIns="249936" rIns="70509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Use offline metrics (e.g., Recall@K) for model selection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Start with small canary rollouts before scaling</a:t>
          </a:r>
          <a:endParaRPr lang="en-SG" sz="1400" b="1" kern="1200" dirty="0"/>
        </a:p>
      </dsp:txBody>
      <dsp:txXfrm>
        <a:off x="0" y="3555552"/>
        <a:ext cx="9085007" cy="774900"/>
      </dsp:txXfrm>
    </dsp:sp>
    <dsp:sp modelId="{BE6FFCE4-D821-4667-8F34-735CD66E39FD}">
      <dsp:nvSpPr>
        <dsp:cNvPr id="0" name=""/>
        <dsp:cNvSpPr/>
      </dsp:nvSpPr>
      <dsp:spPr>
        <a:xfrm>
          <a:off x="454250" y="3378777"/>
          <a:ext cx="635950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374" tIns="0" rIns="24037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Validate impact through online A/B testing</a:t>
          </a:r>
        </a:p>
      </dsp:txBody>
      <dsp:txXfrm>
        <a:off x="471543" y="3396070"/>
        <a:ext cx="6324918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FFE86-F4EF-4C24-B61E-A4ACE1AB3F28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4CBF0-980A-4FF3-AD95-D6CF6BA3A3F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285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4CBF0-980A-4FF3-AD95-D6CF6BA3A3F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872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94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243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775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401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708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488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7044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231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766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43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5454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412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6332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921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7842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1067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0415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6724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D8EE-4A4E-AE1D-1443-D9E6D755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229475" cy="2262781"/>
          </a:xfrm>
        </p:spPr>
        <p:txBody>
          <a:bodyPr>
            <a:normAutofit/>
          </a:bodyPr>
          <a:lstStyle/>
          <a:p>
            <a:r>
              <a:rPr lang="en-SG" sz="4000" b="1" i="1" dirty="0"/>
              <a:t>Recommender System — </a:t>
            </a:r>
            <a:br>
              <a:rPr lang="en-SG" sz="4000" b="1" i="1" dirty="0"/>
            </a:br>
            <a:r>
              <a:rPr lang="en-SG" sz="4000" b="1" i="1" dirty="0"/>
              <a:t>Ranking for User Engagement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12E8D-C4DD-0399-1AF7-039FA531A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SG" sz="1600" i="1" dirty="0"/>
              <a:t>A practical case study on building and evaluating a recommendation system using MovieLens data</a:t>
            </a:r>
          </a:p>
        </p:txBody>
      </p:sp>
    </p:spTree>
    <p:extLst>
      <p:ext uri="{BB962C8B-B14F-4D97-AF65-F5344CB8AC3E}">
        <p14:creationId xmlns:p14="http://schemas.microsoft.com/office/powerpoint/2010/main" val="384112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3591-7E63-307E-B3E5-2FBF7C7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8D22-B4F1-D7DF-1D28-A2A86421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Business &amp; Dataset Context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EB09708-EB53-E9B6-4347-131B3EC84CA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22233246"/>
              </p:ext>
            </p:extLst>
          </p:nvPr>
        </p:nvGraphicFramePr>
        <p:xfrm>
          <a:off x="1403945" y="1905000"/>
          <a:ext cx="9209260" cy="293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2885B-0ED2-D45F-751D-9628292B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276BEF8-A849-EB01-2C33-63B32209D73C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1841C3-5978-63C1-A80B-B2D440067171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234237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EFFE-3BC9-746E-B55A-3FF3FF02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F732-C230-1953-65BD-4DD8EB17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080" y="624110"/>
            <a:ext cx="9721531" cy="1280890"/>
          </a:xfrm>
        </p:spPr>
        <p:txBody>
          <a:bodyPr/>
          <a:lstStyle/>
          <a:p>
            <a:r>
              <a:rPr lang="en-SG" dirty="0"/>
              <a:t>Problem Framing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ACB75-412F-D05F-F8CF-9F4A4A09B76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39020937"/>
              </p:ext>
            </p:extLst>
          </p:nvPr>
        </p:nvGraphicFramePr>
        <p:xfrm>
          <a:off x="1557267" y="1432217"/>
          <a:ext cx="8542229" cy="3663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FE441-AE6F-0A0D-B4C4-A8DADB82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C72A01C-42C2-875E-F216-DE24BE729E89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B26C60F-7441-3A8E-7328-70D98FB1DE8C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66109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5121-162D-0EE2-14F8-4AF02231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9E74-BAAA-2E19-FA0C-FCCCE39F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Metric &amp; Validation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1654C2-F57A-201C-E98E-D84A91A1C34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08400705"/>
              </p:ext>
            </p:extLst>
          </p:nvPr>
        </p:nvGraphicFramePr>
        <p:xfrm>
          <a:off x="1428061" y="1682379"/>
          <a:ext cx="9990825" cy="3270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C7C5B-6226-AB56-456C-76DE129E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418D3DE-26C5-D8CE-7D02-F72A1B27E59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49D67A7-E12E-E945-CA7C-54232176234E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8501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E94B-BB48-9C76-E056-27FC7F35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D46C-C7C2-E614-4653-AD5A06F8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Modeling Approach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1C913E-5335-AB4C-B6AC-EF5A6D1EB01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81497103"/>
              </p:ext>
            </p:extLst>
          </p:nvPr>
        </p:nvGraphicFramePr>
        <p:xfrm>
          <a:off x="1495426" y="1371600"/>
          <a:ext cx="10009185" cy="470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88119-3FAC-FE16-4001-5ECDA338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A6F23D7-8A3C-E2D2-DD3F-13224CD08DFC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A31DACC-762E-7A03-6DD7-FAFAD65F1AD7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4068462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D948B-F930-47FC-B923-07C47792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C205851-4A2E-12D6-5715-693731C44B5E}"/>
              </a:ext>
            </a:extLst>
          </p:cNvPr>
          <p:cNvSpPr txBox="1">
            <a:spLocks/>
          </p:cNvSpPr>
          <p:nvPr/>
        </p:nvSpPr>
        <p:spPr>
          <a:xfrm>
            <a:off x="2592924" y="624111"/>
            <a:ext cx="8911687" cy="624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2006A4FC-8659-BFC6-ADED-4B07EFD3BE41}"/>
              </a:ext>
            </a:extLst>
          </p:cNvPr>
          <p:cNvSpPr txBox="1">
            <a:spLocks/>
          </p:cNvSpPr>
          <p:nvPr/>
        </p:nvSpPr>
        <p:spPr>
          <a:xfrm>
            <a:off x="752248" y="1643867"/>
            <a:ext cx="5001280" cy="1469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/>
              <a:t>Model Evaluation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/>
              <a:t>Personalized collaborative filtering (TruncatedSVD) model outperformed the popularity baseline.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/>
              <a:t>Recall@10 improved from 7% to 16% (+9 percentage points, +130% relative lift).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F723062-AC58-40BC-4079-F7CCDA5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B2A03-9DA3-5827-8767-C554B849055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D23C67B-64AB-F63D-8AFB-C594A1F37017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56B83-826A-5D95-C849-7913C0D64D62}"/>
              </a:ext>
            </a:extLst>
          </p:cNvPr>
          <p:cNvSpPr txBox="1"/>
          <p:nvPr/>
        </p:nvSpPr>
        <p:spPr>
          <a:xfrm>
            <a:off x="6096000" y="3996648"/>
            <a:ext cx="5159675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sz="1400" b="1" dirty="0"/>
              <a:t>Takeaway: </a:t>
            </a:r>
            <a:r>
              <a:rPr lang="en-SG" sz="1400" dirty="0"/>
              <a:t>Personalized models (collaborative filtering) significantly improve recommendation relevance by ranking more relevant items in the top-K recommendations.</a:t>
            </a:r>
            <a:endParaRPr lang="en-SG" sz="14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CDC53-69AA-AE77-0E1A-80CAB623D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16" y="3996648"/>
            <a:ext cx="2514951" cy="752580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AB8F351-6CFE-165A-FB5A-D589BCFEEAE2}"/>
              </a:ext>
            </a:extLst>
          </p:cNvPr>
          <p:cNvSpPr txBox="1">
            <a:spLocks/>
          </p:cNvSpPr>
          <p:nvPr/>
        </p:nvSpPr>
        <p:spPr>
          <a:xfrm>
            <a:off x="6096000" y="1643866"/>
            <a:ext cx="5113773" cy="2352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/>
              <a:t>Key Insights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/>
              <a:t>Best-performing model: </a:t>
            </a:r>
            <a:r>
              <a:rPr lang="en-SG" sz="1400" dirty="0"/>
              <a:t>SVD collaborative filtering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Recall@10 here means: </a:t>
            </a:r>
            <a:r>
              <a:rPr lang="en-SG" sz="1400" dirty="0">
                <a:solidFill>
                  <a:schemeClr val="tx1"/>
                </a:solidFill>
              </a:rPr>
              <a:t>how often the held-out movie appeared in the top 10 recommendations.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Business interpretation: </a:t>
            </a:r>
            <a:r>
              <a:rPr lang="en-SG" sz="1400" dirty="0">
                <a:solidFill>
                  <a:schemeClr val="tx1"/>
                </a:solidFill>
              </a:rPr>
              <a:t>Positive lift when comparing the models means the system is better at surfacing relevant movies near the top of the list when using the better performing model.</a:t>
            </a:r>
          </a:p>
        </p:txBody>
      </p:sp>
    </p:spTree>
    <p:extLst>
      <p:ext uri="{BB962C8B-B14F-4D97-AF65-F5344CB8AC3E}">
        <p14:creationId xmlns:p14="http://schemas.microsoft.com/office/powerpoint/2010/main" val="351803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1195-A16D-BF32-77D0-3758E920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390-7544-6390-7EF1-3E23E419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763" y="413988"/>
            <a:ext cx="8911687" cy="1280890"/>
          </a:xfrm>
        </p:spPr>
        <p:txBody>
          <a:bodyPr/>
          <a:lstStyle/>
          <a:p>
            <a:r>
              <a:rPr lang="en-SG" dirty="0"/>
              <a:t>How the system works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F054CE-4589-99A3-366F-03EDC39494E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54287395"/>
              </p:ext>
            </p:extLst>
          </p:nvPr>
        </p:nvGraphicFramePr>
        <p:xfrm>
          <a:off x="382293" y="1388532"/>
          <a:ext cx="5956368" cy="5382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EF8FA1B2-EC26-DDAF-CA12-160EEC51A6A5}"/>
              </a:ext>
            </a:extLst>
          </p:cNvPr>
          <p:cNvSpPr/>
          <p:nvPr/>
        </p:nvSpPr>
        <p:spPr>
          <a:xfrm>
            <a:off x="6495606" y="1737365"/>
            <a:ext cx="270842" cy="4822005"/>
          </a:xfrm>
          <a:prstGeom prst="downArrow">
            <a:avLst/>
          </a:prstGeom>
          <a:solidFill>
            <a:srgbClr val="A53010">
              <a:alpha val="7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A5E4C-6363-09C1-EACB-81F1A20B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9BAC06C-3677-E500-3EAD-6CF2B375B483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59AE184-12F5-F3EB-AF08-E23F41435743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CD3FA-F241-6282-F2ED-A38AA2BF0485}"/>
              </a:ext>
            </a:extLst>
          </p:cNvPr>
          <p:cNvSpPr txBox="1"/>
          <p:nvPr/>
        </p:nvSpPr>
        <p:spPr>
          <a:xfrm>
            <a:off x="7874495" y="3646217"/>
            <a:ext cx="4094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200" b="1" i="1" dirty="0">
                <a:effectLst/>
                <a:latin typeface="Century Gothic (Body)"/>
              </a:rPr>
              <a:t>Production Considerations: The notebook itself uses a simpler single-stage ranking setup, where all items are directly scored via dot product.</a:t>
            </a:r>
          </a:p>
          <a:p>
            <a:pPr algn="l"/>
            <a:endParaRPr lang="en-SG" sz="1200" b="1" i="1" dirty="0">
              <a:effectLst/>
              <a:latin typeface="Century Gothic (Body)"/>
            </a:endParaRPr>
          </a:p>
          <a:p>
            <a:pPr algn="l"/>
            <a:r>
              <a:rPr lang="en-SG" sz="1200" b="1" i="1" dirty="0">
                <a:effectLst/>
                <a:latin typeface="Century Gothic (Body)"/>
              </a:rPr>
              <a:t>A multi-stage system illustrates how this system would typically scale in production.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9C5AF-A273-BD62-ED32-F7004A5E4BA9}"/>
              </a:ext>
            </a:extLst>
          </p:cNvPr>
          <p:cNvSpPr txBox="1"/>
          <p:nvPr/>
        </p:nvSpPr>
        <p:spPr>
          <a:xfrm>
            <a:off x="664680" y="1080755"/>
            <a:ext cx="5391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i="1" dirty="0">
                <a:effectLst/>
                <a:latin typeface="Century Gothic (Body)"/>
              </a:rPr>
              <a:t>Production System Design </a:t>
            </a:r>
            <a:r>
              <a:rPr lang="en-SG" sz="1000" dirty="0"/>
              <a:t>(not implemented here)</a:t>
            </a: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E29C0BAF-2C28-D4A1-D08E-A72C92D8A6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088443"/>
              </p:ext>
            </p:extLst>
          </p:nvPr>
        </p:nvGraphicFramePr>
        <p:xfrm>
          <a:off x="7501897" y="1435030"/>
          <a:ext cx="2726873" cy="2040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C5DDCA1-D996-BC3C-8B98-26047B056BAE}"/>
              </a:ext>
            </a:extLst>
          </p:cNvPr>
          <p:cNvSpPr txBox="1"/>
          <p:nvPr/>
        </p:nvSpPr>
        <p:spPr>
          <a:xfrm>
            <a:off x="7874495" y="1088125"/>
            <a:ext cx="30769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i="1" dirty="0">
                <a:effectLst/>
                <a:latin typeface="Century Gothic (Body)"/>
              </a:rPr>
              <a:t>Case study Design </a:t>
            </a:r>
            <a:r>
              <a:rPr lang="en-SG" sz="1000" dirty="0"/>
              <a:t>(implemented here)</a:t>
            </a:r>
            <a:endParaRPr lang="en-SG" sz="1000" b="1" i="1" dirty="0">
              <a:effectLst/>
              <a:latin typeface="Century Gothic (Body)"/>
            </a:endParaRPr>
          </a:p>
        </p:txBody>
      </p:sp>
    </p:spTree>
    <p:extLst>
      <p:ext uri="{BB962C8B-B14F-4D97-AF65-F5344CB8AC3E}">
        <p14:creationId xmlns:p14="http://schemas.microsoft.com/office/powerpoint/2010/main" val="337018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4D2D-F996-181A-D2B2-8132326E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F999-F601-3A98-DF96-76839A76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 Design Trade-Offs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F22264-5774-5A82-FCEE-B9B6A35B44E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2428304"/>
              </p:ext>
            </p:extLst>
          </p:nvPr>
        </p:nvGraphicFramePr>
        <p:xfrm>
          <a:off x="1510585" y="1241405"/>
          <a:ext cx="9170830" cy="5303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9ED7B-68DA-A991-F186-43BC8931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8042974-16AA-B1FA-D642-A4F2CEE9DC2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57EDC39-B533-F13F-5910-D52EE0E52540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235122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B413-355C-5F28-BF5B-C0EA7222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9BF5-ED40-08C0-1A19-82C112E5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 Recommendations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9101E7-22EF-7DA6-591A-F9EDD3E16E1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91390064"/>
              </p:ext>
            </p:extLst>
          </p:nvPr>
        </p:nvGraphicFramePr>
        <p:xfrm>
          <a:off x="1681316" y="1446612"/>
          <a:ext cx="9085007" cy="441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3F6CD-02DE-7B68-6AB1-39B24F15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00AC071-D817-4D34-C669-67FC341EBC19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E33D093-FE47-F0CB-C37A-B2DD977CD9AD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60105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2928-398E-E38F-B74C-02DEC329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BBB4-A2C7-84A1-488B-E3ED0B81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Appendix - 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7CA10-4255-0275-0358-230F477DE4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3232324"/>
          </a:xfrm>
        </p:spPr>
        <p:txBody>
          <a:bodyPr>
            <a:normAutofit/>
          </a:bodyPr>
          <a:lstStyle/>
          <a:p>
            <a:r>
              <a:rPr lang="en-SG" b="1" dirty="0"/>
              <a:t>Collaborative filtering</a:t>
            </a:r>
            <a:r>
              <a:rPr lang="en-SG" dirty="0"/>
              <a:t>: recommending items based on patterns across many users' past interactions.</a:t>
            </a:r>
          </a:p>
          <a:p>
            <a:r>
              <a:rPr lang="en-SG" b="1" dirty="0"/>
              <a:t>Candidate generation</a:t>
            </a:r>
            <a:r>
              <a:rPr lang="en-SG" dirty="0"/>
              <a:t>: narrowing a large catalog to a smaller set of likely items.</a:t>
            </a:r>
          </a:p>
          <a:p>
            <a:r>
              <a:rPr lang="en-SG" b="1" dirty="0"/>
              <a:t>Ranking</a:t>
            </a:r>
            <a:r>
              <a:rPr lang="en-SG" dirty="0"/>
              <a:t>: scoring that smaller set more precisely to decide final order.</a:t>
            </a:r>
          </a:p>
          <a:p>
            <a:r>
              <a:rPr lang="en-SG" b="1" dirty="0"/>
              <a:t>Re-ranking</a:t>
            </a:r>
            <a:r>
              <a:rPr lang="en-SG" dirty="0"/>
              <a:t>: adjusting the ranked list for additional goals such as diversity, freshness, or business rules.</a:t>
            </a:r>
          </a:p>
          <a:p>
            <a:r>
              <a:rPr lang="en-SG" b="1" dirty="0"/>
              <a:t>Cold start</a:t>
            </a:r>
            <a:r>
              <a:rPr lang="en-SG" dirty="0"/>
              <a:t>: the difficulty of recommending well for new users or new items with little historical data.</a:t>
            </a:r>
          </a:p>
        </p:txBody>
      </p:sp>
    </p:spTree>
    <p:extLst>
      <p:ext uri="{BB962C8B-B14F-4D97-AF65-F5344CB8AC3E}">
        <p14:creationId xmlns:p14="http://schemas.microsoft.com/office/powerpoint/2010/main" val="38141461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740</TotalTime>
  <Words>1131</Words>
  <Application>Microsoft Office PowerPoint</Application>
  <PresentationFormat>Widescreen</PresentationFormat>
  <Paragraphs>125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Century Gothic (Body)</vt:lpstr>
      <vt:lpstr>Aptos</vt:lpstr>
      <vt:lpstr>Arial</vt:lpstr>
      <vt:lpstr>Century Gothic</vt:lpstr>
      <vt:lpstr>Wingdings</vt:lpstr>
      <vt:lpstr>Wingdings 3</vt:lpstr>
      <vt:lpstr>Wisp</vt:lpstr>
      <vt:lpstr>Recommender System —  Ranking for User Engagement</vt:lpstr>
      <vt:lpstr>Business &amp; Dataset Context</vt:lpstr>
      <vt:lpstr>Problem Framing</vt:lpstr>
      <vt:lpstr>Metric &amp; Validation</vt:lpstr>
      <vt:lpstr>Modeling Approach</vt:lpstr>
      <vt:lpstr>PowerPoint Presentation</vt:lpstr>
      <vt:lpstr>How the system works</vt:lpstr>
      <vt:lpstr>Key Design Trade-Offs</vt:lpstr>
      <vt:lpstr>Key Recommendations</vt:lpstr>
      <vt:lpstr>Appendix - Glossary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Humphrey Tan</dc:creator>
  <cp:lastModifiedBy>Humphrey Tan</cp:lastModifiedBy>
  <cp:revision>420</cp:revision>
  <dcterms:created xsi:type="dcterms:W3CDTF">2026-03-25T06:59:36Z</dcterms:created>
  <dcterms:modified xsi:type="dcterms:W3CDTF">2026-03-31T02:37:31Z</dcterms:modified>
</cp:coreProperties>
</file>