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6"/>
  </p:notesMasterIdLst>
  <p:sldIdLst>
    <p:sldId id="256" r:id="rId2"/>
    <p:sldId id="270" r:id="rId3"/>
    <p:sldId id="260" r:id="rId4"/>
    <p:sldId id="261" r:id="rId5"/>
    <p:sldId id="262" r:id="rId6"/>
    <p:sldId id="271" r:id="rId7"/>
    <p:sldId id="267" r:id="rId8"/>
    <p:sldId id="272" r:id="rId9"/>
    <p:sldId id="269" r:id="rId10"/>
    <p:sldId id="273" r:id="rId11"/>
    <p:sldId id="264" r:id="rId12"/>
    <p:sldId id="263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DBBF6A-A540-4E50-8379-15AE5058B2C4}">
          <p14:sldIdLst>
            <p14:sldId id="256"/>
            <p14:sldId id="270"/>
            <p14:sldId id="260"/>
            <p14:sldId id="261"/>
            <p14:sldId id="262"/>
            <p14:sldId id="271"/>
            <p14:sldId id="267"/>
            <p14:sldId id="272"/>
            <p14:sldId id="269"/>
            <p14:sldId id="273"/>
            <p14:sldId id="264"/>
            <p14:sldId id="263"/>
            <p14:sldId id="265"/>
          </p14:sldIdLst>
        </p14:section>
        <p14:section name="Appendix" id="{AA17D5B7-4E6B-422C-AAAE-D7B40BF83B53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3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F5EA1-9C95-4948-8257-635541060A7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3E9A84A9-1CBC-4562-8932-8C655F0CEFED}">
      <dgm:prSet custT="1"/>
      <dgm:spPr/>
      <dgm:t>
        <a:bodyPr/>
        <a:lstStyle/>
        <a:p>
          <a:r>
            <a:rPr lang="en-SG" sz="2000" b="1" u="none" dirty="0"/>
            <a:t>Business</a:t>
          </a:r>
        </a:p>
      </dgm:t>
    </dgm:pt>
    <dgm:pt modelId="{0FDB69EE-E01A-4CEC-9E4A-53D0037E25AF}" type="parTrans" cxnId="{9D561F9B-D40F-4B87-809C-E189016E725E}">
      <dgm:prSet/>
      <dgm:spPr/>
      <dgm:t>
        <a:bodyPr/>
        <a:lstStyle/>
        <a:p>
          <a:endParaRPr lang="en-SG"/>
        </a:p>
      </dgm:t>
    </dgm:pt>
    <dgm:pt modelId="{E3F3D327-810F-421E-B66D-AEE975450AC7}" type="sibTrans" cxnId="{9D561F9B-D40F-4B87-809C-E189016E725E}">
      <dgm:prSet/>
      <dgm:spPr/>
      <dgm:t>
        <a:bodyPr/>
        <a:lstStyle/>
        <a:p>
          <a:endParaRPr lang="en-SG"/>
        </a:p>
      </dgm:t>
    </dgm:pt>
    <dgm:pt modelId="{28F48650-713F-4BC0-98CB-6FD1593B3FDC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1" dirty="0"/>
            <a:t>Churn prediction </a:t>
          </a:r>
          <a:r>
            <a:rPr lang="en-SG" sz="1400" dirty="0"/>
            <a:t>helps retention teams </a:t>
          </a:r>
          <a:r>
            <a:rPr lang="en-SG" sz="1400" b="1" dirty="0"/>
            <a:t>focus limited budget on customers most likely to leave.</a:t>
          </a:r>
          <a:endParaRPr lang="en-SG" sz="1400" dirty="0"/>
        </a:p>
      </dgm:t>
    </dgm:pt>
    <dgm:pt modelId="{F5CCBCD0-02B7-4928-97F4-EB50F75615E4}" type="parTrans" cxnId="{A48D412E-437C-4FEA-9350-871167D90E67}">
      <dgm:prSet/>
      <dgm:spPr/>
      <dgm:t>
        <a:bodyPr/>
        <a:lstStyle/>
        <a:p>
          <a:endParaRPr lang="en-SG"/>
        </a:p>
      </dgm:t>
    </dgm:pt>
    <dgm:pt modelId="{4A23CC98-F3D7-4768-BAA6-B4DAEEFE82F0}" type="sibTrans" cxnId="{A48D412E-437C-4FEA-9350-871167D90E67}">
      <dgm:prSet/>
      <dgm:spPr/>
      <dgm:t>
        <a:bodyPr/>
        <a:lstStyle/>
        <a:p>
          <a:endParaRPr lang="en-SG"/>
        </a:p>
      </dgm:t>
    </dgm:pt>
    <dgm:pt modelId="{5AC010DA-E63C-4F94-BF57-5EFA05D75A1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1" dirty="0"/>
            <a:t>Retention</a:t>
          </a:r>
          <a:r>
            <a:rPr lang="en-SG" sz="1400" dirty="0"/>
            <a:t> is often </a:t>
          </a:r>
          <a:r>
            <a:rPr lang="en-SG" sz="1400" b="1" dirty="0"/>
            <a:t>cheaper than acquisition</a:t>
          </a:r>
          <a:r>
            <a:rPr lang="en-SG" sz="1400" dirty="0"/>
            <a:t>, so </a:t>
          </a:r>
          <a:r>
            <a:rPr lang="en-SG" sz="1400" b="1" dirty="0"/>
            <a:t>better targeting can protect recurring revenue.</a:t>
          </a:r>
          <a:endParaRPr lang="en-SG" sz="1400" dirty="0"/>
        </a:p>
      </dgm:t>
    </dgm:pt>
    <dgm:pt modelId="{F4873F09-DC9F-4B55-A13C-3D46E3A9534C}" type="parTrans" cxnId="{B223B201-A224-4499-80EC-07B0BA1BC5E8}">
      <dgm:prSet/>
      <dgm:spPr/>
      <dgm:t>
        <a:bodyPr/>
        <a:lstStyle/>
        <a:p>
          <a:endParaRPr lang="en-SG"/>
        </a:p>
      </dgm:t>
    </dgm:pt>
    <dgm:pt modelId="{ED5134B4-9DBA-409C-BE46-317E9405A5B5}" type="sibTrans" cxnId="{B223B201-A224-4499-80EC-07B0BA1BC5E8}">
      <dgm:prSet/>
      <dgm:spPr/>
      <dgm:t>
        <a:bodyPr/>
        <a:lstStyle/>
        <a:p>
          <a:endParaRPr lang="en-SG"/>
        </a:p>
      </dgm:t>
    </dgm:pt>
    <dgm:pt modelId="{F62C5B83-8744-448E-870F-1BEACC356026}">
      <dgm:prSet custT="1"/>
      <dgm:spPr/>
      <dgm:t>
        <a:bodyPr/>
        <a:lstStyle/>
        <a:p>
          <a:r>
            <a:rPr lang="en-SG" sz="2000" b="1" u="none" dirty="0"/>
            <a:t>Dataset</a:t>
          </a:r>
        </a:p>
      </dgm:t>
    </dgm:pt>
    <dgm:pt modelId="{DAB04CEB-F490-4F85-B59B-8334F8A9991B}" type="parTrans" cxnId="{63B7F82D-9720-441E-9B78-6A1FE7376E51}">
      <dgm:prSet/>
      <dgm:spPr/>
      <dgm:t>
        <a:bodyPr/>
        <a:lstStyle/>
        <a:p>
          <a:endParaRPr lang="en-SG"/>
        </a:p>
      </dgm:t>
    </dgm:pt>
    <dgm:pt modelId="{C2321657-03E4-4FAA-A7F7-210D6E89B876}" type="sibTrans" cxnId="{63B7F82D-9720-441E-9B78-6A1FE7376E51}">
      <dgm:prSet/>
      <dgm:spPr/>
      <dgm:t>
        <a:bodyPr/>
        <a:lstStyle/>
        <a:p>
          <a:endParaRPr lang="en-SG"/>
        </a:p>
      </dgm:t>
    </dgm:pt>
    <dgm:pt modelId="{0AFE6E16-C7FF-4092-A00C-A625B08B4320}">
      <dgm:prSet custT="1"/>
      <dgm:spPr/>
      <dgm:t>
        <a:bodyPr/>
        <a:lstStyle/>
        <a:p>
          <a:pPr marL="0" indent="0" algn="just">
            <a:lnSpc>
              <a:spcPct val="100000"/>
            </a:lnSpc>
            <a:buFont typeface="Wingdings" panose="05000000000000000000" pitchFamily="2" charset="2"/>
            <a:buNone/>
          </a:pPr>
          <a:r>
            <a:rPr lang="en-SG" sz="1400" dirty="0"/>
            <a:t>Use the </a:t>
          </a:r>
          <a:r>
            <a:rPr lang="en-SG" sz="1400" b="1" dirty="0"/>
            <a:t>IBM Telco Customer Churn dataset</a:t>
          </a:r>
          <a:r>
            <a:rPr lang="en-SG" sz="1400" dirty="0"/>
            <a:t> as </a:t>
          </a:r>
          <a:r>
            <a:rPr lang="en-SG" sz="1400" b="1" dirty="0"/>
            <a:t>a representative example </a:t>
          </a:r>
          <a:r>
            <a:rPr lang="en-SG" sz="1400" dirty="0"/>
            <a:t>of customer account, service, billing, and </a:t>
          </a:r>
          <a:r>
            <a:rPr lang="en-SG" sz="1400" b="1" dirty="0"/>
            <a:t>churn outcome data.</a:t>
          </a:r>
          <a:endParaRPr lang="en-SG" sz="1400" dirty="0"/>
        </a:p>
      </dgm:t>
    </dgm:pt>
    <dgm:pt modelId="{9262EC9E-A759-4E5C-B11D-0D39E34F0300}" type="parTrans" cxnId="{ADB5A0EA-D9F6-4904-BF9F-02FA1358702B}">
      <dgm:prSet/>
      <dgm:spPr/>
      <dgm:t>
        <a:bodyPr/>
        <a:lstStyle/>
        <a:p>
          <a:endParaRPr lang="en-SG"/>
        </a:p>
      </dgm:t>
    </dgm:pt>
    <dgm:pt modelId="{BF0CDB86-DF00-42EA-95B5-6AD3ED665C59}" type="sibTrans" cxnId="{ADB5A0EA-D9F6-4904-BF9F-02FA1358702B}">
      <dgm:prSet/>
      <dgm:spPr/>
      <dgm:t>
        <a:bodyPr/>
        <a:lstStyle/>
        <a:p>
          <a:endParaRPr lang="en-SG"/>
        </a:p>
      </dgm:t>
    </dgm:pt>
    <dgm:pt modelId="{01BC8C3D-0076-4497-93ED-213D72BECA65}" type="pres">
      <dgm:prSet presAssocID="{C0DF5EA1-9C95-4948-8257-635541060A77}" presName="linear" presStyleCnt="0">
        <dgm:presLayoutVars>
          <dgm:dir/>
          <dgm:animLvl val="lvl"/>
          <dgm:resizeHandles val="exact"/>
        </dgm:presLayoutVars>
      </dgm:prSet>
      <dgm:spPr/>
    </dgm:pt>
    <dgm:pt modelId="{3914EF41-F7E6-45B1-B7F6-37C5E3A508AC}" type="pres">
      <dgm:prSet presAssocID="{3E9A84A9-1CBC-4562-8932-8C655F0CEFED}" presName="parentLin" presStyleCnt="0"/>
      <dgm:spPr/>
    </dgm:pt>
    <dgm:pt modelId="{ADFD197E-A1D8-45AC-924D-D8D5B3B644A1}" type="pres">
      <dgm:prSet presAssocID="{3E9A84A9-1CBC-4562-8932-8C655F0CEFED}" presName="parentLeftMargin" presStyleLbl="node1" presStyleIdx="0" presStyleCnt="2"/>
      <dgm:spPr/>
    </dgm:pt>
    <dgm:pt modelId="{2A2B5F5A-0955-4A24-AE6C-AAF8FDC2D0E9}" type="pres">
      <dgm:prSet presAssocID="{3E9A84A9-1CBC-4562-8932-8C655F0CEF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B7DF4F-CB2B-4D7B-9DD7-8545D526EF18}" type="pres">
      <dgm:prSet presAssocID="{3E9A84A9-1CBC-4562-8932-8C655F0CEFED}" presName="negativeSpace" presStyleCnt="0"/>
      <dgm:spPr/>
    </dgm:pt>
    <dgm:pt modelId="{56F85C35-F699-4640-B952-1E19D48E42FC}" type="pres">
      <dgm:prSet presAssocID="{3E9A84A9-1CBC-4562-8932-8C655F0CEFED}" presName="childText" presStyleLbl="conFgAcc1" presStyleIdx="0" presStyleCnt="2">
        <dgm:presLayoutVars>
          <dgm:bulletEnabled val="1"/>
        </dgm:presLayoutVars>
      </dgm:prSet>
      <dgm:spPr/>
    </dgm:pt>
    <dgm:pt modelId="{E68DED93-93BB-419F-9F11-32FC9FC6D2D1}" type="pres">
      <dgm:prSet presAssocID="{E3F3D327-810F-421E-B66D-AEE975450AC7}" presName="spaceBetweenRectangles" presStyleCnt="0"/>
      <dgm:spPr/>
    </dgm:pt>
    <dgm:pt modelId="{08C5B6C3-9CB8-48FB-B35C-096031EEA500}" type="pres">
      <dgm:prSet presAssocID="{F62C5B83-8744-448E-870F-1BEACC356026}" presName="parentLin" presStyleCnt="0"/>
      <dgm:spPr/>
    </dgm:pt>
    <dgm:pt modelId="{ECD152D7-887A-46FE-B022-DFCD329C8F4F}" type="pres">
      <dgm:prSet presAssocID="{F62C5B83-8744-448E-870F-1BEACC356026}" presName="parentLeftMargin" presStyleLbl="node1" presStyleIdx="0" presStyleCnt="2"/>
      <dgm:spPr/>
    </dgm:pt>
    <dgm:pt modelId="{6657E7CD-1802-4279-A7A5-C928EBC98B73}" type="pres">
      <dgm:prSet presAssocID="{F62C5B83-8744-448E-870F-1BEACC35602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59A1D68-2A70-4AAD-8112-CA18C48E1F3C}" type="pres">
      <dgm:prSet presAssocID="{F62C5B83-8744-448E-870F-1BEACC356026}" presName="negativeSpace" presStyleCnt="0"/>
      <dgm:spPr/>
    </dgm:pt>
    <dgm:pt modelId="{F9660ED3-7E34-4DC3-9E46-435268952735}" type="pres">
      <dgm:prSet presAssocID="{F62C5B83-8744-448E-870F-1BEACC35602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223B201-A224-4499-80EC-07B0BA1BC5E8}" srcId="{3E9A84A9-1CBC-4562-8932-8C655F0CEFED}" destId="{5AC010DA-E63C-4F94-BF57-5EFA05D75A1E}" srcOrd="1" destOrd="0" parTransId="{F4873F09-DC9F-4B55-A13C-3D46E3A9534C}" sibTransId="{ED5134B4-9DBA-409C-BE46-317E9405A5B5}"/>
    <dgm:cxn modelId="{42C7AF1B-1395-4BBB-83BA-60484DCD9040}" type="presOf" srcId="{F62C5B83-8744-448E-870F-1BEACC356026}" destId="{6657E7CD-1802-4279-A7A5-C928EBC98B73}" srcOrd="1" destOrd="0" presId="urn:microsoft.com/office/officeart/2005/8/layout/list1"/>
    <dgm:cxn modelId="{63B7F82D-9720-441E-9B78-6A1FE7376E51}" srcId="{C0DF5EA1-9C95-4948-8257-635541060A77}" destId="{F62C5B83-8744-448E-870F-1BEACC356026}" srcOrd="1" destOrd="0" parTransId="{DAB04CEB-F490-4F85-B59B-8334F8A9991B}" sibTransId="{C2321657-03E4-4FAA-A7F7-210D6E89B876}"/>
    <dgm:cxn modelId="{A48D412E-437C-4FEA-9350-871167D90E67}" srcId="{3E9A84A9-1CBC-4562-8932-8C655F0CEFED}" destId="{28F48650-713F-4BC0-98CB-6FD1593B3FDC}" srcOrd="0" destOrd="0" parTransId="{F5CCBCD0-02B7-4928-97F4-EB50F75615E4}" sibTransId="{4A23CC98-F3D7-4768-BAA6-B4DAEEFE82F0}"/>
    <dgm:cxn modelId="{056F8D4A-3B89-4F15-B4E3-CE64733791DD}" type="presOf" srcId="{F62C5B83-8744-448E-870F-1BEACC356026}" destId="{ECD152D7-887A-46FE-B022-DFCD329C8F4F}" srcOrd="0" destOrd="0" presId="urn:microsoft.com/office/officeart/2005/8/layout/list1"/>
    <dgm:cxn modelId="{B28CE271-7974-4AB1-9521-21E64ED868D2}" type="presOf" srcId="{28F48650-713F-4BC0-98CB-6FD1593B3FDC}" destId="{56F85C35-F699-4640-B952-1E19D48E42FC}" srcOrd="0" destOrd="0" presId="urn:microsoft.com/office/officeart/2005/8/layout/list1"/>
    <dgm:cxn modelId="{7C17BA57-4A73-409B-9327-DA83863BCBD3}" type="presOf" srcId="{3E9A84A9-1CBC-4562-8932-8C655F0CEFED}" destId="{ADFD197E-A1D8-45AC-924D-D8D5B3B644A1}" srcOrd="0" destOrd="0" presId="urn:microsoft.com/office/officeart/2005/8/layout/list1"/>
    <dgm:cxn modelId="{57258979-91C9-42AA-9ED0-393269CE0EF6}" type="presOf" srcId="{C0DF5EA1-9C95-4948-8257-635541060A77}" destId="{01BC8C3D-0076-4497-93ED-213D72BECA65}" srcOrd="0" destOrd="0" presId="urn:microsoft.com/office/officeart/2005/8/layout/list1"/>
    <dgm:cxn modelId="{9D561F9B-D40F-4B87-809C-E189016E725E}" srcId="{C0DF5EA1-9C95-4948-8257-635541060A77}" destId="{3E9A84A9-1CBC-4562-8932-8C655F0CEFED}" srcOrd="0" destOrd="0" parTransId="{0FDB69EE-E01A-4CEC-9E4A-53D0037E25AF}" sibTransId="{E3F3D327-810F-421E-B66D-AEE975450AC7}"/>
    <dgm:cxn modelId="{D2E2BFA8-8F27-4B68-92C7-69CF3B009BBE}" type="presOf" srcId="{3E9A84A9-1CBC-4562-8932-8C655F0CEFED}" destId="{2A2B5F5A-0955-4A24-AE6C-AAF8FDC2D0E9}" srcOrd="1" destOrd="0" presId="urn:microsoft.com/office/officeart/2005/8/layout/list1"/>
    <dgm:cxn modelId="{B46E7CDE-5662-483F-AB0A-093D46E2077A}" type="presOf" srcId="{0AFE6E16-C7FF-4092-A00C-A625B08B4320}" destId="{F9660ED3-7E34-4DC3-9E46-435268952735}" srcOrd="0" destOrd="0" presId="urn:microsoft.com/office/officeart/2005/8/layout/list1"/>
    <dgm:cxn modelId="{5B1A49E7-1321-4DCB-B4E6-58F3A6B6A524}" type="presOf" srcId="{5AC010DA-E63C-4F94-BF57-5EFA05D75A1E}" destId="{56F85C35-F699-4640-B952-1E19D48E42FC}" srcOrd="0" destOrd="1" presId="urn:microsoft.com/office/officeart/2005/8/layout/list1"/>
    <dgm:cxn modelId="{ADB5A0EA-D9F6-4904-BF9F-02FA1358702B}" srcId="{F62C5B83-8744-448E-870F-1BEACC356026}" destId="{0AFE6E16-C7FF-4092-A00C-A625B08B4320}" srcOrd="0" destOrd="0" parTransId="{9262EC9E-A759-4E5C-B11D-0D39E34F0300}" sibTransId="{BF0CDB86-DF00-42EA-95B5-6AD3ED665C59}"/>
    <dgm:cxn modelId="{5B73BBBE-76AE-4E2C-857B-1E7BA6855191}" type="presParOf" srcId="{01BC8C3D-0076-4497-93ED-213D72BECA65}" destId="{3914EF41-F7E6-45B1-B7F6-37C5E3A508AC}" srcOrd="0" destOrd="0" presId="urn:microsoft.com/office/officeart/2005/8/layout/list1"/>
    <dgm:cxn modelId="{0E61B7B0-2324-426B-8EF9-17F39975F7F7}" type="presParOf" srcId="{3914EF41-F7E6-45B1-B7F6-37C5E3A508AC}" destId="{ADFD197E-A1D8-45AC-924D-D8D5B3B644A1}" srcOrd="0" destOrd="0" presId="urn:microsoft.com/office/officeart/2005/8/layout/list1"/>
    <dgm:cxn modelId="{D0B12D83-76BD-4375-9063-AEBE7BE92CB6}" type="presParOf" srcId="{3914EF41-F7E6-45B1-B7F6-37C5E3A508AC}" destId="{2A2B5F5A-0955-4A24-AE6C-AAF8FDC2D0E9}" srcOrd="1" destOrd="0" presId="urn:microsoft.com/office/officeart/2005/8/layout/list1"/>
    <dgm:cxn modelId="{AC1B6E1F-9C57-4FEE-AA8E-9D7E48021D3C}" type="presParOf" srcId="{01BC8C3D-0076-4497-93ED-213D72BECA65}" destId="{03B7DF4F-CB2B-4D7B-9DD7-8545D526EF18}" srcOrd="1" destOrd="0" presId="urn:microsoft.com/office/officeart/2005/8/layout/list1"/>
    <dgm:cxn modelId="{16CFC190-3C94-4195-AD49-4D86887FBBEF}" type="presParOf" srcId="{01BC8C3D-0076-4497-93ED-213D72BECA65}" destId="{56F85C35-F699-4640-B952-1E19D48E42FC}" srcOrd="2" destOrd="0" presId="urn:microsoft.com/office/officeart/2005/8/layout/list1"/>
    <dgm:cxn modelId="{366F49A7-9508-4613-B213-2ACA6EEECB1B}" type="presParOf" srcId="{01BC8C3D-0076-4497-93ED-213D72BECA65}" destId="{E68DED93-93BB-419F-9F11-32FC9FC6D2D1}" srcOrd="3" destOrd="0" presId="urn:microsoft.com/office/officeart/2005/8/layout/list1"/>
    <dgm:cxn modelId="{39C33F75-B8DF-4D1A-A1C4-8DFF7D2B5E4F}" type="presParOf" srcId="{01BC8C3D-0076-4497-93ED-213D72BECA65}" destId="{08C5B6C3-9CB8-48FB-B35C-096031EEA500}" srcOrd="4" destOrd="0" presId="urn:microsoft.com/office/officeart/2005/8/layout/list1"/>
    <dgm:cxn modelId="{BE4186C0-F008-4623-99C5-EC3480EB19B3}" type="presParOf" srcId="{08C5B6C3-9CB8-48FB-B35C-096031EEA500}" destId="{ECD152D7-887A-46FE-B022-DFCD329C8F4F}" srcOrd="0" destOrd="0" presId="urn:microsoft.com/office/officeart/2005/8/layout/list1"/>
    <dgm:cxn modelId="{5118C72E-B634-4D52-8C7C-C0A6BD577F99}" type="presParOf" srcId="{08C5B6C3-9CB8-48FB-B35C-096031EEA500}" destId="{6657E7CD-1802-4279-A7A5-C928EBC98B73}" srcOrd="1" destOrd="0" presId="urn:microsoft.com/office/officeart/2005/8/layout/list1"/>
    <dgm:cxn modelId="{6297A4D3-F10D-40A9-8DB3-2FC70F08F550}" type="presParOf" srcId="{01BC8C3D-0076-4497-93ED-213D72BECA65}" destId="{A59A1D68-2A70-4AAD-8112-CA18C48E1F3C}" srcOrd="5" destOrd="0" presId="urn:microsoft.com/office/officeart/2005/8/layout/list1"/>
    <dgm:cxn modelId="{0D392C3C-CA9E-40CB-841D-21BD500FCCBC}" type="presParOf" srcId="{01BC8C3D-0076-4497-93ED-213D72BECA65}" destId="{F9660ED3-7E34-4DC3-9E46-43526895273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17063-61AF-476E-ABAA-EECF7F106B0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9A3F94BA-D4CD-443B-9CCD-1D3415125A95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2000" b="1" dirty="0"/>
            <a:t>Problem Framing</a:t>
          </a:r>
          <a:endParaRPr lang="en-SG" sz="2000" b="1" u="none" dirty="0"/>
        </a:p>
      </dgm:t>
    </dgm:pt>
    <dgm:pt modelId="{65A2730D-C3F4-4A41-8D62-F622B9AAF131}" type="parTrans" cxnId="{D53A62A3-A929-4C66-9FBD-AE6D0FB14B44}">
      <dgm:prSet/>
      <dgm:spPr/>
      <dgm:t>
        <a:bodyPr/>
        <a:lstStyle/>
        <a:p>
          <a:endParaRPr lang="en-SG"/>
        </a:p>
      </dgm:t>
    </dgm:pt>
    <dgm:pt modelId="{44B9775F-5AA1-4CD9-9570-8F37F7500415}" type="sibTrans" cxnId="{D53A62A3-A929-4C66-9FBD-AE6D0FB14B44}">
      <dgm:prSet/>
      <dgm:spPr/>
      <dgm:t>
        <a:bodyPr/>
        <a:lstStyle/>
        <a:p>
          <a:endParaRPr lang="en-SG"/>
        </a:p>
      </dgm:t>
    </dgm:pt>
    <dgm:pt modelId="{DCB33226-3F64-4BCF-84A9-53DF73F458C8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Decide which customers should be contacted first </a:t>
          </a:r>
          <a:r>
            <a:rPr lang="en-SG" sz="1400" dirty="0"/>
            <a:t>when retention budget or campaign capacity is limited.</a:t>
          </a:r>
        </a:p>
      </dgm:t>
    </dgm:pt>
    <dgm:pt modelId="{6D310D87-EF8F-4AEB-9029-0C0AE9E7F732}" type="parTrans" cxnId="{CA1B22C8-D991-4398-AB26-C286BFAB1DEC}">
      <dgm:prSet/>
      <dgm:spPr/>
      <dgm:t>
        <a:bodyPr/>
        <a:lstStyle/>
        <a:p>
          <a:endParaRPr lang="en-SG"/>
        </a:p>
      </dgm:t>
    </dgm:pt>
    <dgm:pt modelId="{A5CB7B81-3203-4F9B-81BF-BDCCE405E48B}" type="sibTrans" cxnId="{CA1B22C8-D991-4398-AB26-C286BFAB1DEC}">
      <dgm:prSet/>
      <dgm:spPr/>
      <dgm:t>
        <a:bodyPr/>
        <a:lstStyle/>
        <a:p>
          <a:endParaRPr lang="en-SG"/>
        </a:p>
      </dgm:t>
    </dgm:pt>
    <dgm:pt modelId="{3FBF6C5C-7886-4133-9FAD-17F458C457BE}">
      <dgm:prSet custT="1"/>
      <dgm:spPr/>
      <dgm:t>
        <a:bodyPr/>
        <a:lstStyle/>
        <a:p>
          <a:r>
            <a:rPr lang="en-SG" sz="2000" b="1" u="none" dirty="0"/>
            <a:t>Expected Outcome </a:t>
          </a:r>
        </a:p>
      </dgm:t>
    </dgm:pt>
    <dgm:pt modelId="{AA3C1A06-30C8-44C4-9FAF-D13D68C9C6AC}" type="parTrans" cxnId="{4107962C-58A0-4697-983D-DD4C3FA2ED2E}">
      <dgm:prSet/>
      <dgm:spPr/>
      <dgm:t>
        <a:bodyPr/>
        <a:lstStyle/>
        <a:p>
          <a:endParaRPr lang="en-SG"/>
        </a:p>
      </dgm:t>
    </dgm:pt>
    <dgm:pt modelId="{11023DEA-C8CA-4FDC-B50D-E7976FEB7988}" type="sibTrans" cxnId="{4107962C-58A0-4697-983D-DD4C3FA2ED2E}">
      <dgm:prSet/>
      <dgm:spPr/>
      <dgm:t>
        <a:bodyPr/>
        <a:lstStyle/>
        <a:p>
          <a:endParaRPr lang="en-SG"/>
        </a:p>
      </dgm:t>
    </dgm:pt>
    <dgm:pt modelId="{B1349BAB-938A-47C6-A4BE-C8DA5C5D1D2E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1" dirty="0"/>
            <a:t> Hypothesis: top X% customers targeting captures majority of churners</a:t>
          </a:r>
        </a:p>
      </dgm:t>
    </dgm:pt>
    <dgm:pt modelId="{DF9524DD-B451-4D39-BB7C-AC25881DB331}" type="parTrans" cxnId="{BA12CAB0-D494-45EA-989A-15CBDC835CF5}">
      <dgm:prSet/>
      <dgm:spPr/>
      <dgm:t>
        <a:bodyPr/>
        <a:lstStyle/>
        <a:p>
          <a:endParaRPr lang="en-SG"/>
        </a:p>
      </dgm:t>
    </dgm:pt>
    <dgm:pt modelId="{5BDD09A2-246F-4623-9FED-A70D3E28A60D}" type="sibTrans" cxnId="{BA12CAB0-D494-45EA-989A-15CBDC835CF5}">
      <dgm:prSet/>
      <dgm:spPr/>
      <dgm:t>
        <a:bodyPr/>
        <a:lstStyle/>
        <a:p>
          <a:endParaRPr lang="en-SG"/>
        </a:p>
      </dgm:t>
    </dgm:pt>
    <dgm:pt modelId="{DBD89796-3A25-4F84-ABD5-3BCF47AC3D6F}">
      <dgm:prSet custT="1"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SG" sz="1400" b="1" dirty="0"/>
            <a:t> Example: </a:t>
          </a:r>
          <a:r>
            <a:rPr lang="en-SG" sz="1400" dirty="0"/>
            <a:t>if the retention team can </a:t>
          </a:r>
          <a:r>
            <a:rPr lang="en-SG" sz="1400" b="1" dirty="0"/>
            <a:t>contact 20% of customers</a:t>
          </a:r>
          <a:r>
            <a:rPr lang="en-SG" sz="1400" dirty="0"/>
            <a:t>, a well-performing model should </a:t>
          </a:r>
          <a:r>
            <a:rPr lang="en-SG" sz="1400" b="1" dirty="0"/>
            <a:t>capture a majority of churners within this segment.</a:t>
          </a:r>
        </a:p>
      </dgm:t>
    </dgm:pt>
    <dgm:pt modelId="{7908EFE0-B6AA-40F0-8FF2-D0FFA0D3CDA1}" type="parTrans" cxnId="{807FD07C-C08C-41EA-A92D-0C8FC0C0AB24}">
      <dgm:prSet/>
      <dgm:spPr/>
      <dgm:t>
        <a:bodyPr/>
        <a:lstStyle/>
        <a:p>
          <a:endParaRPr lang="en-SG"/>
        </a:p>
      </dgm:t>
    </dgm:pt>
    <dgm:pt modelId="{B75FE1E4-3356-4CD4-BC9E-6626B5A59087}" type="sibTrans" cxnId="{807FD07C-C08C-41EA-A92D-0C8FC0C0AB24}">
      <dgm:prSet/>
      <dgm:spPr/>
      <dgm:t>
        <a:bodyPr/>
        <a:lstStyle/>
        <a:p>
          <a:endParaRPr lang="en-SG"/>
        </a:p>
      </dgm:t>
    </dgm:pt>
    <dgm:pt modelId="{487D82C3-170A-4E75-80AA-A01F04D66985}">
      <dgm:prSet custT="1"/>
      <dgm:spPr/>
      <dgm:t>
        <a:bodyPr/>
        <a:lstStyle/>
        <a:p>
          <a:r>
            <a:rPr lang="en-SG" sz="2000" b="1" u="none" dirty="0"/>
            <a:t>Decision Framing</a:t>
          </a:r>
        </a:p>
      </dgm:t>
    </dgm:pt>
    <dgm:pt modelId="{B56BA67D-EAEB-4284-8105-BF124216BDE2}" type="parTrans" cxnId="{85B2E2D0-2FC1-41A9-B8F8-F50DE8498AAB}">
      <dgm:prSet/>
      <dgm:spPr/>
      <dgm:t>
        <a:bodyPr/>
        <a:lstStyle/>
        <a:p>
          <a:endParaRPr lang="en-SG"/>
        </a:p>
      </dgm:t>
    </dgm:pt>
    <dgm:pt modelId="{BC1CC8D1-FF04-48EF-93D6-FA8747044256}" type="sibTrans" cxnId="{85B2E2D0-2FC1-41A9-B8F8-F50DE8498AAB}">
      <dgm:prSet/>
      <dgm:spPr/>
      <dgm:t>
        <a:bodyPr/>
        <a:lstStyle/>
        <a:p>
          <a:endParaRPr lang="en-SG"/>
        </a:p>
      </dgm:t>
    </dgm:pt>
    <dgm:pt modelId="{7C5F3DE9-CCD1-4BF5-88D3-4F5FF04A88C1}">
      <dgm:prSet custT="1"/>
      <dgm:spPr/>
      <dgm:t>
        <a:bodyPr/>
        <a:lstStyle/>
        <a:p>
          <a:pPr marL="0" indent="0">
            <a:buFont typeface="Wingdings" panose="05000000000000000000" pitchFamily="2" charset="2"/>
            <a:buNone/>
          </a:pPr>
          <a:r>
            <a:rPr lang="en-SG" sz="1400" b="1" dirty="0"/>
            <a:t>Ranking problem using churn probability - </a:t>
          </a:r>
          <a:r>
            <a:rPr lang="en-SG" sz="1400" b="1" i="1" dirty="0"/>
            <a:t>“Who should we contact first when retention capacity is limited?”</a:t>
          </a:r>
          <a:endParaRPr lang="en-SG" sz="1400" b="1" dirty="0"/>
        </a:p>
      </dgm:t>
    </dgm:pt>
    <dgm:pt modelId="{DC3BCCE6-0B9C-430A-989E-80C7154361B1}" type="parTrans" cxnId="{B55FE00B-3A59-429B-9679-3A9FE9C30441}">
      <dgm:prSet/>
      <dgm:spPr/>
      <dgm:t>
        <a:bodyPr/>
        <a:lstStyle/>
        <a:p>
          <a:endParaRPr lang="en-SG"/>
        </a:p>
      </dgm:t>
    </dgm:pt>
    <dgm:pt modelId="{8B4DCFF2-6219-4D95-B6FA-07CEC3874D68}" type="sibTrans" cxnId="{B55FE00B-3A59-429B-9679-3A9FE9C30441}">
      <dgm:prSet/>
      <dgm:spPr/>
      <dgm:t>
        <a:bodyPr/>
        <a:lstStyle/>
        <a:p>
          <a:endParaRPr lang="en-SG"/>
        </a:p>
      </dgm:t>
    </dgm:pt>
    <dgm:pt modelId="{54C311F4-84A9-44F3-8520-73EB313AEF3B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Predict which customers </a:t>
          </a:r>
          <a:r>
            <a:rPr lang="en-SG" sz="1400" dirty="0"/>
            <a:t>are at the </a:t>
          </a:r>
          <a:r>
            <a:rPr lang="en-SG" sz="1400" b="1" dirty="0"/>
            <a:t>highest risk of churn.</a:t>
          </a:r>
          <a:endParaRPr lang="en-SG" sz="1400" dirty="0"/>
        </a:p>
      </dgm:t>
    </dgm:pt>
    <dgm:pt modelId="{3F29A231-09FE-4BCB-A388-7DDB8572464A}" type="parTrans" cxnId="{61802901-9F67-4AE4-8DEB-E1F3D0C9F2D7}">
      <dgm:prSet/>
      <dgm:spPr/>
      <dgm:t>
        <a:bodyPr/>
        <a:lstStyle/>
        <a:p>
          <a:endParaRPr lang="en-SG"/>
        </a:p>
      </dgm:t>
    </dgm:pt>
    <dgm:pt modelId="{225F3DD7-6759-4127-A0E4-828047550306}" type="sibTrans" cxnId="{61802901-9F67-4AE4-8DEB-E1F3D0C9F2D7}">
      <dgm:prSet/>
      <dgm:spPr/>
      <dgm:t>
        <a:bodyPr/>
        <a:lstStyle/>
        <a:p>
          <a:endParaRPr lang="en-SG"/>
        </a:p>
      </dgm:t>
    </dgm:pt>
    <dgm:pt modelId="{7B269E53-192A-4795-A36C-EE1641FE6449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Char char="Ø"/>
          </a:pPr>
          <a:r>
            <a:rPr lang="en-SG" sz="1400" b="1" dirty="0"/>
            <a:t> Improve retention decisions </a:t>
          </a:r>
          <a:r>
            <a:rPr lang="en-SG" sz="1400" dirty="0"/>
            <a:t>by helping teams </a:t>
          </a:r>
          <a:r>
            <a:rPr lang="en-SG" sz="1400" b="1" dirty="0"/>
            <a:t>prioritize outreach </a:t>
          </a:r>
          <a:r>
            <a:rPr lang="en-SG" sz="1400" b="0" dirty="0"/>
            <a:t>and </a:t>
          </a:r>
          <a:r>
            <a:rPr lang="en-SG" sz="1400" b="1" dirty="0"/>
            <a:t>match interventions to likely risk drivers.</a:t>
          </a:r>
        </a:p>
      </dgm:t>
    </dgm:pt>
    <dgm:pt modelId="{1FAB4322-1C21-4EDC-99B6-753B0BFB91A2}" type="parTrans" cxnId="{FBE8EFA0-0519-447D-B9AB-D1E9A2B80AEA}">
      <dgm:prSet/>
      <dgm:spPr/>
      <dgm:t>
        <a:bodyPr/>
        <a:lstStyle/>
        <a:p>
          <a:endParaRPr lang="en-SG"/>
        </a:p>
      </dgm:t>
    </dgm:pt>
    <dgm:pt modelId="{2C95FB9B-06D1-44FE-8F66-0CD67A872A24}" type="sibTrans" cxnId="{FBE8EFA0-0519-447D-B9AB-D1E9A2B80AEA}">
      <dgm:prSet/>
      <dgm:spPr/>
      <dgm:t>
        <a:bodyPr/>
        <a:lstStyle/>
        <a:p>
          <a:endParaRPr lang="en-SG"/>
        </a:p>
      </dgm:t>
    </dgm:pt>
    <dgm:pt modelId="{CA395645-460A-4F9B-BE51-406AA816D3A7}" type="pres">
      <dgm:prSet presAssocID="{40117063-61AF-476E-ABAA-EECF7F106B05}" presName="linear" presStyleCnt="0">
        <dgm:presLayoutVars>
          <dgm:dir/>
          <dgm:animLvl val="lvl"/>
          <dgm:resizeHandles val="exact"/>
        </dgm:presLayoutVars>
      </dgm:prSet>
      <dgm:spPr/>
    </dgm:pt>
    <dgm:pt modelId="{94584124-29D6-4F1C-B5E8-F01027A658C0}" type="pres">
      <dgm:prSet presAssocID="{9A3F94BA-D4CD-443B-9CCD-1D3415125A95}" presName="parentLin" presStyleCnt="0"/>
      <dgm:spPr/>
    </dgm:pt>
    <dgm:pt modelId="{7529894F-703E-4536-948D-48115D7FE654}" type="pres">
      <dgm:prSet presAssocID="{9A3F94BA-D4CD-443B-9CCD-1D3415125A95}" presName="parentLeftMargin" presStyleLbl="node1" presStyleIdx="0" presStyleCnt="3"/>
      <dgm:spPr/>
    </dgm:pt>
    <dgm:pt modelId="{EE2B6593-F95C-4533-9EEC-E3F4862A0944}" type="pres">
      <dgm:prSet presAssocID="{9A3F94BA-D4CD-443B-9CCD-1D3415125A9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2A9C1F-3679-4138-A43B-37B5BD31EC1A}" type="pres">
      <dgm:prSet presAssocID="{9A3F94BA-D4CD-443B-9CCD-1D3415125A95}" presName="negativeSpace" presStyleCnt="0"/>
      <dgm:spPr/>
    </dgm:pt>
    <dgm:pt modelId="{17F024A1-96FB-4F3B-913E-2E39FA1EC4BB}" type="pres">
      <dgm:prSet presAssocID="{9A3F94BA-D4CD-443B-9CCD-1D3415125A95}" presName="childText" presStyleLbl="conFgAcc1" presStyleIdx="0" presStyleCnt="3">
        <dgm:presLayoutVars>
          <dgm:bulletEnabled val="1"/>
        </dgm:presLayoutVars>
      </dgm:prSet>
      <dgm:spPr/>
    </dgm:pt>
    <dgm:pt modelId="{7FBDF750-CD12-4DD6-AAC3-BD76F946133D}" type="pres">
      <dgm:prSet presAssocID="{44B9775F-5AA1-4CD9-9570-8F37F7500415}" presName="spaceBetweenRectangles" presStyleCnt="0"/>
      <dgm:spPr/>
    </dgm:pt>
    <dgm:pt modelId="{CECEE90B-601A-4016-A00D-4AB482108199}" type="pres">
      <dgm:prSet presAssocID="{487D82C3-170A-4E75-80AA-A01F04D66985}" presName="parentLin" presStyleCnt="0"/>
      <dgm:spPr/>
    </dgm:pt>
    <dgm:pt modelId="{E8B85F60-4967-42B5-A57F-831935A0E54B}" type="pres">
      <dgm:prSet presAssocID="{487D82C3-170A-4E75-80AA-A01F04D66985}" presName="parentLeftMargin" presStyleLbl="node1" presStyleIdx="0" presStyleCnt="3"/>
      <dgm:spPr/>
    </dgm:pt>
    <dgm:pt modelId="{696B1520-5391-45CE-8D80-CDC7E53A8339}" type="pres">
      <dgm:prSet presAssocID="{487D82C3-170A-4E75-80AA-A01F04D6698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572ED0-86BB-4B9E-B34E-016C71F1D26F}" type="pres">
      <dgm:prSet presAssocID="{487D82C3-170A-4E75-80AA-A01F04D66985}" presName="negativeSpace" presStyleCnt="0"/>
      <dgm:spPr/>
    </dgm:pt>
    <dgm:pt modelId="{478EAEA9-2F49-4F4A-8C8C-401919DFA9DC}" type="pres">
      <dgm:prSet presAssocID="{487D82C3-170A-4E75-80AA-A01F04D66985}" presName="childText" presStyleLbl="conFgAcc1" presStyleIdx="1" presStyleCnt="3">
        <dgm:presLayoutVars>
          <dgm:bulletEnabled val="1"/>
        </dgm:presLayoutVars>
      </dgm:prSet>
      <dgm:spPr/>
    </dgm:pt>
    <dgm:pt modelId="{003BD4D7-097D-4C3A-B95D-D2CF95F3816D}" type="pres">
      <dgm:prSet presAssocID="{BC1CC8D1-FF04-48EF-93D6-FA8747044256}" presName="spaceBetweenRectangles" presStyleCnt="0"/>
      <dgm:spPr/>
    </dgm:pt>
    <dgm:pt modelId="{5BC94AE0-F600-475A-B18F-28716058F84D}" type="pres">
      <dgm:prSet presAssocID="{3FBF6C5C-7886-4133-9FAD-17F458C457BE}" presName="parentLin" presStyleCnt="0"/>
      <dgm:spPr/>
    </dgm:pt>
    <dgm:pt modelId="{7DA7A759-CCD0-43BF-BA7A-6DE2A425C8E3}" type="pres">
      <dgm:prSet presAssocID="{3FBF6C5C-7886-4133-9FAD-17F458C457BE}" presName="parentLeftMargin" presStyleLbl="node1" presStyleIdx="1" presStyleCnt="3"/>
      <dgm:spPr/>
    </dgm:pt>
    <dgm:pt modelId="{32115CBE-AE60-462E-BB10-40328303548E}" type="pres">
      <dgm:prSet presAssocID="{3FBF6C5C-7886-4133-9FAD-17F458C457B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AE78EE-1519-4F16-A36C-7AB6408AB5B4}" type="pres">
      <dgm:prSet presAssocID="{3FBF6C5C-7886-4133-9FAD-17F458C457BE}" presName="negativeSpace" presStyleCnt="0"/>
      <dgm:spPr/>
    </dgm:pt>
    <dgm:pt modelId="{B121D308-35EA-4FEE-95DF-151836922AAF}" type="pres">
      <dgm:prSet presAssocID="{3FBF6C5C-7886-4133-9FAD-17F458C457B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1802901-9F67-4AE4-8DEB-E1F3D0C9F2D7}" srcId="{487D82C3-170A-4E75-80AA-A01F04D66985}" destId="{54C311F4-84A9-44F3-8520-73EB313AEF3B}" srcOrd="1" destOrd="0" parTransId="{3F29A231-09FE-4BCB-A388-7DDB8572464A}" sibTransId="{225F3DD7-6759-4127-A0E4-828047550306}"/>
    <dgm:cxn modelId="{B55FE00B-3A59-429B-9679-3A9FE9C30441}" srcId="{9A3F94BA-D4CD-443B-9CCD-1D3415125A95}" destId="{7C5F3DE9-CCD1-4BF5-88D3-4F5FF04A88C1}" srcOrd="0" destOrd="0" parTransId="{DC3BCCE6-0B9C-430A-989E-80C7154361B1}" sibTransId="{8B4DCFF2-6219-4D95-B6FA-07CEC3874D68}"/>
    <dgm:cxn modelId="{4107962C-58A0-4697-983D-DD4C3FA2ED2E}" srcId="{40117063-61AF-476E-ABAA-EECF7F106B05}" destId="{3FBF6C5C-7886-4133-9FAD-17F458C457BE}" srcOrd="2" destOrd="0" parTransId="{AA3C1A06-30C8-44C4-9FAF-D13D68C9C6AC}" sibTransId="{11023DEA-C8CA-4FDC-B50D-E7976FEB7988}"/>
    <dgm:cxn modelId="{10901A2F-2087-4C6C-9C6D-BBCE9062EA53}" type="presOf" srcId="{9A3F94BA-D4CD-443B-9CCD-1D3415125A95}" destId="{7529894F-703E-4536-948D-48115D7FE654}" srcOrd="0" destOrd="0" presId="urn:microsoft.com/office/officeart/2005/8/layout/list1"/>
    <dgm:cxn modelId="{100A9A63-015E-4B42-A326-A2DD03A18253}" type="presOf" srcId="{DCB33226-3F64-4BCF-84A9-53DF73F458C8}" destId="{478EAEA9-2F49-4F4A-8C8C-401919DFA9DC}" srcOrd="0" destOrd="0" presId="urn:microsoft.com/office/officeart/2005/8/layout/list1"/>
    <dgm:cxn modelId="{489A6E46-F20D-481B-9E44-51A3C9C5DDAB}" type="presOf" srcId="{9A3F94BA-D4CD-443B-9CCD-1D3415125A95}" destId="{EE2B6593-F95C-4533-9EEC-E3F4862A0944}" srcOrd="1" destOrd="0" presId="urn:microsoft.com/office/officeart/2005/8/layout/list1"/>
    <dgm:cxn modelId="{F79A7046-2B21-4AE3-B54C-47FD1D3939C2}" type="presOf" srcId="{DBD89796-3A25-4F84-ABD5-3BCF47AC3D6F}" destId="{B121D308-35EA-4FEE-95DF-151836922AAF}" srcOrd="0" destOrd="1" presId="urn:microsoft.com/office/officeart/2005/8/layout/list1"/>
    <dgm:cxn modelId="{34BB2947-8A6E-4D7A-937A-A109A75A7054}" type="presOf" srcId="{54C311F4-84A9-44F3-8520-73EB313AEF3B}" destId="{478EAEA9-2F49-4F4A-8C8C-401919DFA9DC}" srcOrd="0" destOrd="1" presId="urn:microsoft.com/office/officeart/2005/8/layout/list1"/>
    <dgm:cxn modelId="{09E83254-D2B3-421C-9E0A-0C34052F2EEE}" type="presOf" srcId="{487D82C3-170A-4E75-80AA-A01F04D66985}" destId="{E8B85F60-4967-42B5-A57F-831935A0E54B}" srcOrd="0" destOrd="0" presId="urn:microsoft.com/office/officeart/2005/8/layout/list1"/>
    <dgm:cxn modelId="{16934077-4D9C-4E86-9313-9ED948B5A5DE}" type="presOf" srcId="{7B269E53-192A-4795-A36C-EE1641FE6449}" destId="{478EAEA9-2F49-4F4A-8C8C-401919DFA9DC}" srcOrd="0" destOrd="2" presId="urn:microsoft.com/office/officeart/2005/8/layout/list1"/>
    <dgm:cxn modelId="{807FD07C-C08C-41EA-A92D-0C8FC0C0AB24}" srcId="{3FBF6C5C-7886-4133-9FAD-17F458C457BE}" destId="{DBD89796-3A25-4F84-ABD5-3BCF47AC3D6F}" srcOrd="1" destOrd="0" parTransId="{7908EFE0-B6AA-40F0-8FF2-D0FFA0D3CDA1}" sibTransId="{B75FE1E4-3356-4CD4-BC9E-6626B5A59087}"/>
    <dgm:cxn modelId="{354D5886-502D-47D5-BA27-1883CF735C79}" type="presOf" srcId="{487D82C3-170A-4E75-80AA-A01F04D66985}" destId="{696B1520-5391-45CE-8D80-CDC7E53A8339}" srcOrd="1" destOrd="0" presId="urn:microsoft.com/office/officeart/2005/8/layout/list1"/>
    <dgm:cxn modelId="{C9E9598F-9E98-494C-A24F-A69175EE2422}" type="presOf" srcId="{3FBF6C5C-7886-4133-9FAD-17F458C457BE}" destId="{32115CBE-AE60-462E-BB10-40328303548E}" srcOrd="1" destOrd="0" presId="urn:microsoft.com/office/officeart/2005/8/layout/list1"/>
    <dgm:cxn modelId="{FBE8EFA0-0519-447D-B9AB-D1E9A2B80AEA}" srcId="{487D82C3-170A-4E75-80AA-A01F04D66985}" destId="{7B269E53-192A-4795-A36C-EE1641FE6449}" srcOrd="2" destOrd="0" parTransId="{1FAB4322-1C21-4EDC-99B6-753B0BFB91A2}" sibTransId="{2C95FB9B-06D1-44FE-8F66-0CD67A872A24}"/>
    <dgm:cxn modelId="{D53A62A3-A929-4C66-9FBD-AE6D0FB14B44}" srcId="{40117063-61AF-476E-ABAA-EECF7F106B05}" destId="{9A3F94BA-D4CD-443B-9CCD-1D3415125A95}" srcOrd="0" destOrd="0" parTransId="{65A2730D-C3F4-4A41-8D62-F622B9AAF131}" sibTransId="{44B9775F-5AA1-4CD9-9570-8F37F7500415}"/>
    <dgm:cxn modelId="{965383AB-733E-49BD-B736-DFFC1E846090}" type="presOf" srcId="{3FBF6C5C-7886-4133-9FAD-17F458C457BE}" destId="{7DA7A759-CCD0-43BF-BA7A-6DE2A425C8E3}" srcOrd="0" destOrd="0" presId="urn:microsoft.com/office/officeart/2005/8/layout/list1"/>
    <dgm:cxn modelId="{BA12CAB0-D494-45EA-989A-15CBDC835CF5}" srcId="{3FBF6C5C-7886-4133-9FAD-17F458C457BE}" destId="{B1349BAB-938A-47C6-A4BE-C8DA5C5D1D2E}" srcOrd="0" destOrd="0" parTransId="{DF9524DD-B451-4D39-BB7C-AC25881DB331}" sibTransId="{5BDD09A2-246F-4623-9FED-A70D3E28A60D}"/>
    <dgm:cxn modelId="{CA1B22C8-D991-4398-AB26-C286BFAB1DEC}" srcId="{487D82C3-170A-4E75-80AA-A01F04D66985}" destId="{DCB33226-3F64-4BCF-84A9-53DF73F458C8}" srcOrd="0" destOrd="0" parTransId="{6D310D87-EF8F-4AEB-9029-0C0AE9E7F732}" sibTransId="{A5CB7B81-3203-4F9B-81BF-BDCCE405E48B}"/>
    <dgm:cxn modelId="{85B2E2D0-2FC1-41A9-B8F8-F50DE8498AAB}" srcId="{40117063-61AF-476E-ABAA-EECF7F106B05}" destId="{487D82C3-170A-4E75-80AA-A01F04D66985}" srcOrd="1" destOrd="0" parTransId="{B56BA67D-EAEB-4284-8105-BF124216BDE2}" sibTransId="{BC1CC8D1-FF04-48EF-93D6-FA8747044256}"/>
    <dgm:cxn modelId="{AA31CFDB-D83A-4FF6-9120-2168932F3B7E}" type="presOf" srcId="{B1349BAB-938A-47C6-A4BE-C8DA5C5D1D2E}" destId="{B121D308-35EA-4FEE-95DF-151836922AAF}" srcOrd="0" destOrd="0" presId="urn:microsoft.com/office/officeart/2005/8/layout/list1"/>
    <dgm:cxn modelId="{780A9DE1-84B8-421F-9486-AD1F97182FA9}" type="presOf" srcId="{7C5F3DE9-CCD1-4BF5-88D3-4F5FF04A88C1}" destId="{17F024A1-96FB-4F3B-913E-2E39FA1EC4BB}" srcOrd="0" destOrd="0" presId="urn:microsoft.com/office/officeart/2005/8/layout/list1"/>
    <dgm:cxn modelId="{9650A6E3-F176-4294-B026-AA2E92FE9E71}" type="presOf" srcId="{40117063-61AF-476E-ABAA-EECF7F106B05}" destId="{CA395645-460A-4F9B-BE51-406AA816D3A7}" srcOrd="0" destOrd="0" presId="urn:microsoft.com/office/officeart/2005/8/layout/list1"/>
    <dgm:cxn modelId="{99165100-2C2F-47B0-85DD-2F1A6E2FCF80}" type="presParOf" srcId="{CA395645-460A-4F9B-BE51-406AA816D3A7}" destId="{94584124-29D6-4F1C-B5E8-F01027A658C0}" srcOrd="0" destOrd="0" presId="urn:microsoft.com/office/officeart/2005/8/layout/list1"/>
    <dgm:cxn modelId="{4D9820FC-E373-414F-9543-0133BD7333B3}" type="presParOf" srcId="{94584124-29D6-4F1C-B5E8-F01027A658C0}" destId="{7529894F-703E-4536-948D-48115D7FE654}" srcOrd="0" destOrd="0" presId="urn:microsoft.com/office/officeart/2005/8/layout/list1"/>
    <dgm:cxn modelId="{D2AABCD9-282F-45CD-BC32-3F21C8539147}" type="presParOf" srcId="{94584124-29D6-4F1C-B5E8-F01027A658C0}" destId="{EE2B6593-F95C-4533-9EEC-E3F4862A0944}" srcOrd="1" destOrd="0" presId="urn:microsoft.com/office/officeart/2005/8/layout/list1"/>
    <dgm:cxn modelId="{F6A03F0F-5BB0-4EAD-AB79-BC7082B8D31F}" type="presParOf" srcId="{CA395645-460A-4F9B-BE51-406AA816D3A7}" destId="{5E2A9C1F-3679-4138-A43B-37B5BD31EC1A}" srcOrd="1" destOrd="0" presId="urn:microsoft.com/office/officeart/2005/8/layout/list1"/>
    <dgm:cxn modelId="{08575672-11DC-490F-8FA7-B7319F8B6366}" type="presParOf" srcId="{CA395645-460A-4F9B-BE51-406AA816D3A7}" destId="{17F024A1-96FB-4F3B-913E-2E39FA1EC4BB}" srcOrd="2" destOrd="0" presId="urn:microsoft.com/office/officeart/2005/8/layout/list1"/>
    <dgm:cxn modelId="{4014EF70-2578-4710-8CD3-BA4163E4B8CD}" type="presParOf" srcId="{CA395645-460A-4F9B-BE51-406AA816D3A7}" destId="{7FBDF750-CD12-4DD6-AAC3-BD76F946133D}" srcOrd="3" destOrd="0" presId="urn:microsoft.com/office/officeart/2005/8/layout/list1"/>
    <dgm:cxn modelId="{505411F5-F2EE-4D8B-AE68-8FAD6370024B}" type="presParOf" srcId="{CA395645-460A-4F9B-BE51-406AA816D3A7}" destId="{CECEE90B-601A-4016-A00D-4AB482108199}" srcOrd="4" destOrd="0" presId="urn:microsoft.com/office/officeart/2005/8/layout/list1"/>
    <dgm:cxn modelId="{0E1F306C-70B9-4AF1-8A10-54FE49A665C8}" type="presParOf" srcId="{CECEE90B-601A-4016-A00D-4AB482108199}" destId="{E8B85F60-4967-42B5-A57F-831935A0E54B}" srcOrd="0" destOrd="0" presId="urn:microsoft.com/office/officeart/2005/8/layout/list1"/>
    <dgm:cxn modelId="{943179DB-DD09-4E2C-B7A1-C9E8B53EA0C1}" type="presParOf" srcId="{CECEE90B-601A-4016-A00D-4AB482108199}" destId="{696B1520-5391-45CE-8D80-CDC7E53A8339}" srcOrd="1" destOrd="0" presId="urn:microsoft.com/office/officeart/2005/8/layout/list1"/>
    <dgm:cxn modelId="{75B40DD2-9CCE-44E4-96B8-C0C3394F4246}" type="presParOf" srcId="{CA395645-460A-4F9B-BE51-406AA816D3A7}" destId="{3A572ED0-86BB-4B9E-B34E-016C71F1D26F}" srcOrd="5" destOrd="0" presId="urn:microsoft.com/office/officeart/2005/8/layout/list1"/>
    <dgm:cxn modelId="{8E8BDDCB-F960-4CD3-B3ED-D971CDF1CAF7}" type="presParOf" srcId="{CA395645-460A-4F9B-BE51-406AA816D3A7}" destId="{478EAEA9-2F49-4F4A-8C8C-401919DFA9DC}" srcOrd="6" destOrd="0" presId="urn:microsoft.com/office/officeart/2005/8/layout/list1"/>
    <dgm:cxn modelId="{1ACF4F34-B3A5-413E-A712-53A13B20F2B1}" type="presParOf" srcId="{CA395645-460A-4F9B-BE51-406AA816D3A7}" destId="{003BD4D7-097D-4C3A-B95D-D2CF95F3816D}" srcOrd="7" destOrd="0" presId="urn:microsoft.com/office/officeart/2005/8/layout/list1"/>
    <dgm:cxn modelId="{CA48FB19-6031-4ED8-96BA-DDBDD25BFB0C}" type="presParOf" srcId="{CA395645-460A-4F9B-BE51-406AA816D3A7}" destId="{5BC94AE0-F600-475A-B18F-28716058F84D}" srcOrd="8" destOrd="0" presId="urn:microsoft.com/office/officeart/2005/8/layout/list1"/>
    <dgm:cxn modelId="{3EFFCE55-EDAD-4169-97E9-1F8292EB9E11}" type="presParOf" srcId="{5BC94AE0-F600-475A-B18F-28716058F84D}" destId="{7DA7A759-CCD0-43BF-BA7A-6DE2A425C8E3}" srcOrd="0" destOrd="0" presId="urn:microsoft.com/office/officeart/2005/8/layout/list1"/>
    <dgm:cxn modelId="{8F720CEF-0C12-4001-A94D-6566AD0D8D52}" type="presParOf" srcId="{5BC94AE0-F600-475A-B18F-28716058F84D}" destId="{32115CBE-AE60-462E-BB10-40328303548E}" srcOrd="1" destOrd="0" presId="urn:microsoft.com/office/officeart/2005/8/layout/list1"/>
    <dgm:cxn modelId="{90E18569-DFA7-41E2-8E61-5EC86C70FDE1}" type="presParOf" srcId="{CA395645-460A-4F9B-BE51-406AA816D3A7}" destId="{F6AE78EE-1519-4F16-A36C-7AB6408AB5B4}" srcOrd="9" destOrd="0" presId="urn:microsoft.com/office/officeart/2005/8/layout/list1"/>
    <dgm:cxn modelId="{EF5B773E-C6A2-47A1-AF5D-51AC75BAAD56}" type="presParOf" srcId="{CA395645-460A-4F9B-BE51-406AA816D3A7}" destId="{B121D308-35EA-4FEE-95DF-151836922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5EE61C-438B-41C8-BE25-8DECCE34A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7900EB0-D2E2-4F0E-A239-89D4ACB40052}">
      <dgm:prSet custT="1"/>
      <dgm:spPr/>
      <dgm:t>
        <a:bodyPr/>
        <a:lstStyle/>
        <a:p>
          <a:pPr algn="just"/>
          <a:r>
            <a:rPr lang="en-SG" sz="1600" b="1" dirty="0"/>
            <a:t>Evaluate the model</a:t>
          </a:r>
          <a:endParaRPr lang="en-SG" sz="1600" dirty="0"/>
        </a:p>
      </dgm:t>
    </dgm:pt>
    <dgm:pt modelId="{FB657700-DB71-4BD4-A9C6-4597A0B93C39}" type="par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5217AD5E-50CC-43CE-92CD-CF933F83CA0E}" type="sibTrans" cxnId="{AEB63729-E658-4217-8E63-C5B26BBEA7EC}">
      <dgm:prSet/>
      <dgm:spPr/>
      <dgm:t>
        <a:bodyPr/>
        <a:lstStyle/>
        <a:p>
          <a:pPr algn="just"/>
          <a:endParaRPr lang="en-SG" sz="1600"/>
        </a:p>
      </dgm:t>
    </dgm:pt>
    <dgm:pt modelId="{76F3CC58-F1EE-4A78-9C28-2526CEBD421B}">
      <dgm:prSet custT="1"/>
      <dgm:spPr/>
      <dgm:t>
        <a:bodyPr/>
        <a:lstStyle/>
        <a:p>
          <a:pPr algn="just"/>
          <a:r>
            <a:rPr lang="en-SG" sz="1600" b="1" dirty="0"/>
            <a:t>Use ROC-AUC</a:t>
          </a:r>
        </a:p>
      </dgm:t>
    </dgm:pt>
    <dgm:pt modelId="{ED093AB5-02D2-4FB1-8374-EBCB19CE4349}" type="parTrans" cxnId="{95C50E76-3E6D-4107-95CF-DA30E54B4E09}">
      <dgm:prSet/>
      <dgm:spPr/>
      <dgm:t>
        <a:bodyPr/>
        <a:lstStyle/>
        <a:p>
          <a:pPr algn="just"/>
          <a:endParaRPr lang="en-SG" sz="1600"/>
        </a:p>
      </dgm:t>
    </dgm:pt>
    <dgm:pt modelId="{0D35FE09-58AD-4B95-89CC-EF5C8A7A479E}" type="sibTrans" cxnId="{95C50E76-3E6D-4107-95CF-DA30E54B4E09}">
      <dgm:prSet/>
      <dgm:spPr/>
      <dgm:t>
        <a:bodyPr/>
        <a:lstStyle/>
        <a:p>
          <a:pPr algn="just"/>
          <a:endParaRPr lang="en-SG" sz="1600"/>
        </a:p>
      </dgm:t>
    </dgm:pt>
    <dgm:pt modelId="{75D1309F-A673-4DEC-A2C3-919743F63E66}">
      <dgm:prSet custT="1"/>
      <dgm:spPr/>
      <dgm:t>
        <a:bodyPr/>
        <a:lstStyle/>
        <a:p>
          <a:pPr algn="just"/>
          <a:r>
            <a:rPr lang="en-SG" sz="1600" b="1" dirty="0"/>
            <a:t>Use Top-K% evaluation</a:t>
          </a:r>
        </a:p>
      </dgm:t>
    </dgm:pt>
    <dgm:pt modelId="{E16EAEC8-B4B1-4CB5-A393-6D198D9DC939}" type="parTrans" cxnId="{816F36E5-B393-4DCD-8509-EDE646CD155E}">
      <dgm:prSet/>
      <dgm:spPr/>
      <dgm:t>
        <a:bodyPr/>
        <a:lstStyle/>
        <a:p>
          <a:pPr algn="just"/>
          <a:endParaRPr lang="en-SG" sz="1600"/>
        </a:p>
      </dgm:t>
    </dgm:pt>
    <dgm:pt modelId="{11A586F8-8CA9-46E4-9D02-589EE1899887}" type="sibTrans" cxnId="{816F36E5-B393-4DCD-8509-EDE646CD155E}">
      <dgm:prSet/>
      <dgm:spPr/>
      <dgm:t>
        <a:bodyPr/>
        <a:lstStyle/>
        <a:p>
          <a:pPr algn="just"/>
          <a:endParaRPr lang="en-SG" sz="1600"/>
        </a:p>
      </dgm:t>
    </dgm:pt>
    <dgm:pt modelId="{1F2612E7-09B3-4BBD-9AB0-07DFA01E26FB}">
      <dgm:prSet custT="1"/>
      <dgm:spPr/>
      <dgm:t>
        <a:bodyPr/>
        <a:lstStyle/>
        <a:p>
          <a:pPr algn="just"/>
          <a:r>
            <a:rPr lang="en-SG" sz="1600" b="1" dirty="0"/>
            <a:t>Use a train-test split</a:t>
          </a:r>
        </a:p>
      </dgm:t>
    </dgm:pt>
    <dgm:pt modelId="{13A90BBB-E33C-450E-A635-6ECB687CBBCC}" type="par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2C2E732D-2754-4839-8F39-EE623931EC1F}" type="sibTrans" cxnId="{63C4AB3F-8EC4-47E9-8FCB-812C7929007E}">
      <dgm:prSet/>
      <dgm:spPr/>
      <dgm:t>
        <a:bodyPr/>
        <a:lstStyle/>
        <a:p>
          <a:pPr algn="just"/>
          <a:endParaRPr lang="en-SG" sz="1600"/>
        </a:p>
      </dgm:t>
    </dgm:pt>
    <dgm:pt modelId="{B8159426-5908-4543-8C4C-55B1F93D62C2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mainly as a ranking tool</a:t>
          </a:r>
          <a:r>
            <a:rPr lang="en-SG" sz="1400" dirty="0"/>
            <a:t>, not just a yes/no classifier.</a:t>
          </a:r>
        </a:p>
      </dgm:t>
    </dgm:pt>
    <dgm:pt modelId="{E080C7E5-E97B-4678-913B-37D284093FB7}" type="parTrans" cxnId="{8D898397-CBC0-4DEF-9FF8-220D614F4C9C}">
      <dgm:prSet/>
      <dgm:spPr/>
      <dgm:t>
        <a:bodyPr/>
        <a:lstStyle/>
        <a:p>
          <a:endParaRPr lang="en-SG"/>
        </a:p>
      </dgm:t>
    </dgm:pt>
    <dgm:pt modelId="{46FCCB43-510B-4182-9DC5-9F41FB1FADD1}" type="sibTrans" cxnId="{8D898397-CBC0-4DEF-9FF8-220D614F4C9C}">
      <dgm:prSet/>
      <dgm:spPr/>
      <dgm:t>
        <a:bodyPr/>
        <a:lstStyle/>
        <a:p>
          <a:endParaRPr lang="en-SG"/>
        </a:p>
      </dgm:t>
    </dgm:pt>
    <dgm:pt modelId="{62869CF7-57C9-4D95-8E43-FABB8078BBCA}">
      <dgm:prSet custT="1"/>
      <dgm:spPr/>
      <dgm:t>
        <a:bodyPr/>
        <a:lstStyle/>
        <a:p>
          <a:pPr algn="just">
            <a:buNone/>
          </a:pPr>
          <a:r>
            <a:rPr lang="en-SG" sz="1400" b="0" dirty="0"/>
            <a:t>to assess </a:t>
          </a:r>
          <a:r>
            <a:rPr lang="en-SG" sz="1400" b="1" dirty="0"/>
            <a:t>overall ranking quality.</a:t>
          </a:r>
        </a:p>
      </dgm:t>
    </dgm:pt>
    <dgm:pt modelId="{49466920-2878-408E-902A-0650EA189734}" type="parTrans" cxnId="{B49481A4-3F75-4BA9-A0CD-743439B09CB9}">
      <dgm:prSet/>
      <dgm:spPr/>
      <dgm:t>
        <a:bodyPr/>
        <a:lstStyle/>
        <a:p>
          <a:endParaRPr lang="en-SG"/>
        </a:p>
      </dgm:t>
    </dgm:pt>
    <dgm:pt modelId="{57C84596-F764-45D5-829E-C20B67E4246E}" type="sibTrans" cxnId="{B49481A4-3F75-4BA9-A0CD-743439B09CB9}">
      <dgm:prSet/>
      <dgm:spPr/>
      <dgm:t>
        <a:bodyPr/>
        <a:lstStyle/>
        <a:p>
          <a:endParaRPr lang="en-SG"/>
        </a:p>
      </dgm:t>
    </dgm:pt>
    <dgm:pt modelId="{1DED29DA-AC2D-4E09-8304-7A4F15AF17B9}">
      <dgm:prSet custT="1"/>
      <dgm:spPr/>
      <dgm:t>
        <a:bodyPr/>
        <a:lstStyle/>
        <a:p>
          <a:pPr algn="just">
            <a:buNone/>
          </a:pPr>
          <a:r>
            <a:rPr lang="en-SG" sz="1400" dirty="0"/>
            <a:t>to </a:t>
          </a:r>
          <a:r>
            <a:rPr lang="en-SG" sz="1400" b="0" dirty="0"/>
            <a:t>measure </a:t>
          </a:r>
          <a:r>
            <a:rPr lang="en-SG" sz="1400" b="1" dirty="0"/>
            <a:t>how many churners are captured within target segments such as the top 10% or 20% of customers.</a:t>
          </a:r>
        </a:p>
      </dgm:t>
    </dgm:pt>
    <dgm:pt modelId="{0EAB0BCF-3F03-4EF3-9615-F4BDC48995DC}" type="parTrans" cxnId="{D0E85289-5A8D-4E3C-9F59-B78D0CBE8309}">
      <dgm:prSet/>
      <dgm:spPr/>
      <dgm:t>
        <a:bodyPr/>
        <a:lstStyle/>
        <a:p>
          <a:endParaRPr lang="en-SG"/>
        </a:p>
      </dgm:t>
    </dgm:pt>
    <dgm:pt modelId="{16D1150E-C793-4DAC-A84C-D0CC5DC34CD7}" type="sibTrans" cxnId="{D0E85289-5A8D-4E3C-9F59-B78D0CBE8309}">
      <dgm:prSet/>
      <dgm:spPr/>
      <dgm:t>
        <a:bodyPr/>
        <a:lstStyle/>
        <a:p>
          <a:endParaRPr lang="en-SG"/>
        </a:p>
      </dgm:t>
    </dgm:pt>
    <dgm:pt modelId="{A6B0FAD8-94F1-41C6-A853-A87C28C0F9E0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dirty="0"/>
            <a:t> so </a:t>
          </a:r>
          <a:r>
            <a:rPr lang="en-SG" sz="1400" b="1" dirty="0"/>
            <a:t>evaluation reflects out-of-sample performance</a:t>
          </a:r>
        </a:p>
      </dgm:t>
    </dgm:pt>
    <dgm:pt modelId="{BA9D2F48-C9E7-4B5A-AEDC-3FF21A6BC5C8}" type="parTrans" cxnId="{F02A8593-6360-4F66-932C-EFE124F35B3C}">
      <dgm:prSet/>
      <dgm:spPr/>
      <dgm:t>
        <a:bodyPr/>
        <a:lstStyle/>
        <a:p>
          <a:endParaRPr lang="en-SG"/>
        </a:p>
      </dgm:t>
    </dgm:pt>
    <dgm:pt modelId="{0883FDAC-1010-4989-8CEB-7DB3C74553F1}" type="sibTrans" cxnId="{F02A8593-6360-4F66-932C-EFE124F35B3C}">
      <dgm:prSet/>
      <dgm:spPr/>
      <dgm:t>
        <a:bodyPr/>
        <a:lstStyle/>
        <a:p>
          <a:endParaRPr lang="en-SG"/>
        </a:p>
      </dgm:t>
    </dgm:pt>
    <dgm:pt modelId="{B6F599A0-1C8F-47AA-B88D-80C8E0A6099E}">
      <dgm:prSet custT="1"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SG" sz="1400" b="0" i="0" dirty="0"/>
            <a:t> no validation split for this compact illustrative case example</a:t>
          </a:r>
        </a:p>
      </dgm:t>
    </dgm:pt>
    <dgm:pt modelId="{59C07BDF-B1A5-499B-96D8-EC5BD9FA21F1}" type="parTrans" cxnId="{FA79B7CF-A585-4C8F-AF8D-36AA697FCEC1}">
      <dgm:prSet/>
      <dgm:spPr/>
      <dgm:t>
        <a:bodyPr/>
        <a:lstStyle/>
        <a:p>
          <a:endParaRPr lang="en-SG"/>
        </a:p>
      </dgm:t>
    </dgm:pt>
    <dgm:pt modelId="{7D88AC39-5142-4A4C-BAB7-C22E3369BF96}" type="sibTrans" cxnId="{FA79B7CF-A585-4C8F-AF8D-36AA697FCEC1}">
      <dgm:prSet/>
      <dgm:spPr/>
      <dgm:t>
        <a:bodyPr/>
        <a:lstStyle/>
        <a:p>
          <a:endParaRPr lang="en-SG"/>
        </a:p>
      </dgm:t>
    </dgm:pt>
    <dgm:pt modelId="{62164023-8E99-4F71-BD2A-791F1474B772}" type="pres">
      <dgm:prSet presAssocID="{205EE61C-438B-41C8-BE25-8DECCE34A6EA}" presName="linear" presStyleCnt="0">
        <dgm:presLayoutVars>
          <dgm:dir/>
          <dgm:animLvl val="lvl"/>
          <dgm:resizeHandles val="exact"/>
        </dgm:presLayoutVars>
      </dgm:prSet>
      <dgm:spPr/>
    </dgm:pt>
    <dgm:pt modelId="{D5469ED6-C2DD-46EF-9D9B-D22C49D634DD}" type="pres">
      <dgm:prSet presAssocID="{B7900EB0-D2E2-4F0E-A239-89D4ACB40052}" presName="parentLin" presStyleCnt="0"/>
      <dgm:spPr/>
    </dgm:pt>
    <dgm:pt modelId="{4B021F4B-FCCC-48EB-8184-CADDA8A1DC65}" type="pres">
      <dgm:prSet presAssocID="{B7900EB0-D2E2-4F0E-A239-89D4ACB40052}" presName="parentLeftMargin" presStyleLbl="node1" presStyleIdx="0" presStyleCnt="4"/>
      <dgm:spPr/>
    </dgm:pt>
    <dgm:pt modelId="{098EEF58-BE4A-4205-A3D1-3F9A5D14AD06}" type="pres">
      <dgm:prSet presAssocID="{B7900EB0-D2E2-4F0E-A239-89D4ACB4005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0C2E9B-78B4-4E77-A785-E31438625D9F}" type="pres">
      <dgm:prSet presAssocID="{B7900EB0-D2E2-4F0E-A239-89D4ACB40052}" presName="negativeSpace" presStyleCnt="0"/>
      <dgm:spPr/>
    </dgm:pt>
    <dgm:pt modelId="{D1A5B676-22D0-4E16-BC31-0A5FEB3553E0}" type="pres">
      <dgm:prSet presAssocID="{B7900EB0-D2E2-4F0E-A239-89D4ACB40052}" presName="childText" presStyleLbl="conFgAcc1" presStyleIdx="0" presStyleCnt="4">
        <dgm:presLayoutVars>
          <dgm:bulletEnabled val="1"/>
        </dgm:presLayoutVars>
      </dgm:prSet>
      <dgm:spPr/>
    </dgm:pt>
    <dgm:pt modelId="{CB45AF21-0F85-456D-9428-10C0C6BF3BED}" type="pres">
      <dgm:prSet presAssocID="{5217AD5E-50CC-43CE-92CD-CF933F83CA0E}" presName="spaceBetweenRectangles" presStyleCnt="0"/>
      <dgm:spPr/>
    </dgm:pt>
    <dgm:pt modelId="{6C1D6D63-6DD6-4A53-877D-F5970FFB85DD}" type="pres">
      <dgm:prSet presAssocID="{76F3CC58-F1EE-4A78-9C28-2526CEBD421B}" presName="parentLin" presStyleCnt="0"/>
      <dgm:spPr/>
    </dgm:pt>
    <dgm:pt modelId="{16948886-7306-43BD-8C69-E01C8DF93398}" type="pres">
      <dgm:prSet presAssocID="{76F3CC58-F1EE-4A78-9C28-2526CEBD421B}" presName="parentLeftMargin" presStyleLbl="node1" presStyleIdx="0" presStyleCnt="4"/>
      <dgm:spPr/>
    </dgm:pt>
    <dgm:pt modelId="{13FC86DA-7AB3-4125-869D-911F3266DE2F}" type="pres">
      <dgm:prSet presAssocID="{76F3CC58-F1EE-4A78-9C28-2526CEBD42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0F6963-1425-43F7-AE6D-5425CAA96365}" type="pres">
      <dgm:prSet presAssocID="{76F3CC58-F1EE-4A78-9C28-2526CEBD421B}" presName="negativeSpace" presStyleCnt="0"/>
      <dgm:spPr/>
    </dgm:pt>
    <dgm:pt modelId="{5B0D6773-8027-498F-AC79-813955BC97A3}" type="pres">
      <dgm:prSet presAssocID="{76F3CC58-F1EE-4A78-9C28-2526CEBD421B}" presName="childText" presStyleLbl="conFgAcc1" presStyleIdx="1" presStyleCnt="4">
        <dgm:presLayoutVars>
          <dgm:bulletEnabled val="1"/>
        </dgm:presLayoutVars>
      </dgm:prSet>
      <dgm:spPr/>
    </dgm:pt>
    <dgm:pt modelId="{07813BA4-EF86-45EE-9C66-ACBE6B3991C9}" type="pres">
      <dgm:prSet presAssocID="{0D35FE09-58AD-4B95-89CC-EF5C8A7A479E}" presName="spaceBetweenRectangles" presStyleCnt="0"/>
      <dgm:spPr/>
    </dgm:pt>
    <dgm:pt modelId="{C0428DAF-7E8C-4307-AC57-266F42EF58F1}" type="pres">
      <dgm:prSet presAssocID="{75D1309F-A673-4DEC-A2C3-919743F63E66}" presName="parentLin" presStyleCnt="0"/>
      <dgm:spPr/>
    </dgm:pt>
    <dgm:pt modelId="{CE4878AF-CE83-4A80-AA2A-CD461BB93755}" type="pres">
      <dgm:prSet presAssocID="{75D1309F-A673-4DEC-A2C3-919743F63E66}" presName="parentLeftMargin" presStyleLbl="node1" presStyleIdx="1" presStyleCnt="4"/>
      <dgm:spPr/>
    </dgm:pt>
    <dgm:pt modelId="{16AE6EC2-5D5B-45CF-A59D-52462F45AB43}" type="pres">
      <dgm:prSet presAssocID="{75D1309F-A673-4DEC-A2C3-919743F63E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E5CFB3-DC1E-437B-ACA5-FBC8BDA5DB35}" type="pres">
      <dgm:prSet presAssocID="{75D1309F-A673-4DEC-A2C3-919743F63E66}" presName="negativeSpace" presStyleCnt="0"/>
      <dgm:spPr/>
    </dgm:pt>
    <dgm:pt modelId="{DDB3D809-9B47-49BE-9107-55F458AFA9EC}" type="pres">
      <dgm:prSet presAssocID="{75D1309F-A673-4DEC-A2C3-919743F63E66}" presName="childText" presStyleLbl="conFgAcc1" presStyleIdx="2" presStyleCnt="4">
        <dgm:presLayoutVars>
          <dgm:bulletEnabled val="1"/>
        </dgm:presLayoutVars>
      </dgm:prSet>
      <dgm:spPr/>
    </dgm:pt>
    <dgm:pt modelId="{C2C609AA-F6E3-492E-AC46-8A443373B71F}" type="pres">
      <dgm:prSet presAssocID="{11A586F8-8CA9-46E4-9D02-589EE1899887}" presName="spaceBetweenRectangles" presStyleCnt="0"/>
      <dgm:spPr/>
    </dgm:pt>
    <dgm:pt modelId="{95D5BE9E-4601-438A-AA3E-8AB790AE2D2F}" type="pres">
      <dgm:prSet presAssocID="{1F2612E7-09B3-4BBD-9AB0-07DFA01E26FB}" presName="parentLin" presStyleCnt="0"/>
      <dgm:spPr/>
    </dgm:pt>
    <dgm:pt modelId="{167C0D67-C45F-4957-A966-A50361F3B41B}" type="pres">
      <dgm:prSet presAssocID="{1F2612E7-09B3-4BBD-9AB0-07DFA01E26FB}" presName="parentLeftMargin" presStyleLbl="node1" presStyleIdx="2" presStyleCnt="4"/>
      <dgm:spPr/>
    </dgm:pt>
    <dgm:pt modelId="{F0519E15-B7D6-48BA-B397-B1714BED6080}" type="pres">
      <dgm:prSet presAssocID="{1F2612E7-09B3-4BBD-9AB0-07DFA01E26F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A02154-0B47-4DA3-872F-03175C137944}" type="pres">
      <dgm:prSet presAssocID="{1F2612E7-09B3-4BBD-9AB0-07DFA01E26FB}" presName="negativeSpace" presStyleCnt="0"/>
      <dgm:spPr/>
    </dgm:pt>
    <dgm:pt modelId="{2981F39D-A336-4BB9-9956-AE5D996342D5}" type="pres">
      <dgm:prSet presAssocID="{1F2612E7-09B3-4BBD-9AB0-07DFA01E26FB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9529200-0710-4F7A-8E6E-7584BCCA34F2}" type="presOf" srcId="{1F2612E7-09B3-4BBD-9AB0-07DFA01E26FB}" destId="{F0519E15-B7D6-48BA-B397-B1714BED6080}" srcOrd="1" destOrd="0" presId="urn:microsoft.com/office/officeart/2005/8/layout/list1"/>
    <dgm:cxn modelId="{55F4A202-1A63-43B9-B37A-1E29AEAA37A7}" type="presOf" srcId="{B7900EB0-D2E2-4F0E-A239-89D4ACB40052}" destId="{4B021F4B-FCCC-48EB-8184-CADDA8A1DC65}" srcOrd="0" destOrd="0" presId="urn:microsoft.com/office/officeart/2005/8/layout/list1"/>
    <dgm:cxn modelId="{AEB63729-E658-4217-8E63-C5B26BBEA7EC}" srcId="{205EE61C-438B-41C8-BE25-8DECCE34A6EA}" destId="{B7900EB0-D2E2-4F0E-A239-89D4ACB40052}" srcOrd="0" destOrd="0" parTransId="{FB657700-DB71-4BD4-A9C6-4597A0B93C39}" sibTransId="{5217AD5E-50CC-43CE-92CD-CF933F83CA0E}"/>
    <dgm:cxn modelId="{5DE75038-03DC-415B-95D8-FA5567E5DCBF}" type="presOf" srcId="{1F2612E7-09B3-4BBD-9AB0-07DFA01E26FB}" destId="{167C0D67-C45F-4957-A966-A50361F3B41B}" srcOrd="0" destOrd="0" presId="urn:microsoft.com/office/officeart/2005/8/layout/list1"/>
    <dgm:cxn modelId="{63C4AB3F-8EC4-47E9-8FCB-812C7929007E}" srcId="{205EE61C-438B-41C8-BE25-8DECCE34A6EA}" destId="{1F2612E7-09B3-4BBD-9AB0-07DFA01E26FB}" srcOrd="3" destOrd="0" parTransId="{13A90BBB-E33C-450E-A635-6ECB687CBBCC}" sibTransId="{2C2E732D-2754-4839-8F39-EE623931EC1F}"/>
    <dgm:cxn modelId="{F6A7B25C-805A-4392-A9F2-F5C641904205}" type="presOf" srcId="{B6F599A0-1C8F-47AA-B88D-80C8E0A6099E}" destId="{2981F39D-A336-4BB9-9956-AE5D996342D5}" srcOrd="0" destOrd="1" presId="urn:microsoft.com/office/officeart/2005/8/layout/list1"/>
    <dgm:cxn modelId="{B7E7E364-5004-4BE1-8F02-01EA27E3066D}" type="presOf" srcId="{75D1309F-A673-4DEC-A2C3-919743F63E66}" destId="{CE4878AF-CE83-4A80-AA2A-CD461BB93755}" srcOrd="0" destOrd="0" presId="urn:microsoft.com/office/officeart/2005/8/layout/list1"/>
    <dgm:cxn modelId="{95C50E76-3E6D-4107-95CF-DA30E54B4E09}" srcId="{205EE61C-438B-41C8-BE25-8DECCE34A6EA}" destId="{76F3CC58-F1EE-4A78-9C28-2526CEBD421B}" srcOrd="1" destOrd="0" parTransId="{ED093AB5-02D2-4FB1-8374-EBCB19CE4349}" sibTransId="{0D35FE09-58AD-4B95-89CC-EF5C8A7A479E}"/>
    <dgm:cxn modelId="{10F6BE80-C217-4E51-B990-2C529CCBF493}" type="presOf" srcId="{205EE61C-438B-41C8-BE25-8DECCE34A6EA}" destId="{62164023-8E99-4F71-BD2A-791F1474B772}" srcOrd="0" destOrd="0" presId="urn:microsoft.com/office/officeart/2005/8/layout/list1"/>
    <dgm:cxn modelId="{D0E85289-5A8D-4E3C-9F59-B78D0CBE8309}" srcId="{75D1309F-A673-4DEC-A2C3-919743F63E66}" destId="{1DED29DA-AC2D-4E09-8304-7A4F15AF17B9}" srcOrd="0" destOrd="0" parTransId="{0EAB0BCF-3F03-4EF3-9615-F4BDC48995DC}" sibTransId="{16D1150E-C793-4DAC-A84C-D0CC5DC34CD7}"/>
    <dgm:cxn modelId="{F02A8593-6360-4F66-932C-EFE124F35B3C}" srcId="{1F2612E7-09B3-4BBD-9AB0-07DFA01E26FB}" destId="{A6B0FAD8-94F1-41C6-A853-A87C28C0F9E0}" srcOrd="0" destOrd="0" parTransId="{BA9D2F48-C9E7-4B5A-AEDC-3FF21A6BC5C8}" sibTransId="{0883FDAC-1010-4989-8CEB-7DB3C74553F1}"/>
    <dgm:cxn modelId="{8D898397-CBC0-4DEF-9FF8-220D614F4C9C}" srcId="{B7900EB0-D2E2-4F0E-A239-89D4ACB40052}" destId="{B8159426-5908-4543-8C4C-55B1F93D62C2}" srcOrd="0" destOrd="0" parTransId="{E080C7E5-E97B-4678-913B-37D284093FB7}" sibTransId="{46FCCB43-510B-4182-9DC5-9F41FB1FADD1}"/>
    <dgm:cxn modelId="{CFE5389E-D4DB-4DB6-9952-531CDD077B37}" type="presOf" srcId="{B7900EB0-D2E2-4F0E-A239-89D4ACB40052}" destId="{098EEF58-BE4A-4205-A3D1-3F9A5D14AD06}" srcOrd="1" destOrd="0" presId="urn:microsoft.com/office/officeart/2005/8/layout/list1"/>
    <dgm:cxn modelId="{B49481A4-3F75-4BA9-A0CD-743439B09CB9}" srcId="{76F3CC58-F1EE-4A78-9C28-2526CEBD421B}" destId="{62869CF7-57C9-4D95-8E43-FABB8078BBCA}" srcOrd="0" destOrd="0" parTransId="{49466920-2878-408E-902A-0650EA189734}" sibTransId="{57C84596-F764-45D5-829E-C20B67E4246E}"/>
    <dgm:cxn modelId="{8DA998AF-6A82-4F79-A5A6-22C41B97ED4B}" type="presOf" srcId="{76F3CC58-F1EE-4A78-9C28-2526CEBD421B}" destId="{13FC86DA-7AB3-4125-869D-911F3266DE2F}" srcOrd="1" destOrd="0" presId="urn:microsoft.com/office/officeart/2005/8/layout/list1"/>
    <dgm:cxn modelId="{9B6D3FC2-2695-4237-A4D3-6013B44E9926}" type="presOf" srcId="{76F3CC58-F1EE-4A78-9C28-2526CEBD421B}" destId="{16948886-7306-43BD-8C69-E01C8DF93398}" srcOrd="0" destOrd="0" presId="urn:microsoft.com/office/officeart/2005/8/layout/list1"/>
    <dgm:cxn modelId="{FA79B7CF-A585-4C8F-AF8D-36AA697FCEC1}" srcId="{1F2612E7-09B3-4BBD-9AB0-07DFA01E26FB}" destId="{B6F599A0-1C8F-47AA-B88D-80C8E0A6099E}" srcOrd="1" destOrd="0" parTransId="{59C07BDF-B1A5-499B-96D8-EC5BD9FA21F1}" sibTransId="{7D88AC39-5142-4A4C-BAB7-C22E3369BF96}"/>
    <dgm:cxn modelId="{BD7FD2D3-0626-4FBF-BB31-029758D5527C}" type="presOf" srcId="{75D1309F-A673-4DEC-A2C3-919743F63E66}" destId="{16AE6EC2-5D5B-45CF-A59D-52462F45AB43}" srcOrd="1" destOrd="0" presId="urn:microsoft.com/office/officeart/2005/8/layout/list1"/>
    <dgm:cxn modelId="{F87F39DB-F645-42F0-BE73-DD4E14C575DA}" type="presOf" srcId="{62869CF7-57C9-4D95-8E43-FABB8078BBCA}" destId="{5B0D6773-8027-498F-AC79-813955BC97A3}" srcOrd="0" destOrd="0" presId="urn:microsoft.com/office/officeart/2005/8/layout/list1"/>
    <dgm:cxn modelId="{A2EF63E1-677C-4236-9896-A70900DE4AAD}" type="presOf" srcId="{A6B0FAD8-94F1-41C6-A853-A87C28C0F9E0}" destId="{2981F39D-A336-4BB9-9956-AE5D996342D5}" srcOrd="0" destOrd="0" presId="urn:microsoft.com/office/officeart/2005/8/layout/list1"/>
    <dgm:cxn modelId="{816F36E5-B393-4DCD-8509-EDE646CD155E}" srcId="{205EE61C-438B-41C8-BE25-8DECCE34A6EA}" destId="{75D1309F-A673-4DEC-A2C3-919743F63E66}" srcOrd="2" destOrd="0" parTransId="{E16EAEC8-B4B1-4CB5-A393-6D198D9DC939}" sibTransId="{11A586F8-8CA9-46E4-9D02-589EE1899887}"/>
    <dgm:cxn modelId="{943C66F9-360F-44BE-8B96-1154BED9A661}" type="presOf" srcId="{1DED29DA-AC2D-4E09-8304-7A4F15AF17B9}" destId="{DDB3D809-9B47-49BE-9107-55F458AFA9EC}" srcOrd="0" destOrd="0" presId="urn:microsoft.com/office/officeart/2005/8/layout/list1"/>
    <dgm:cxn modelId="{95E66EF9-6FD1-452A-9EB8-4A821F5C3249}" type="presOf" srcId="{B8159426-5908-4543-8C4C-55B1F93D62C2}" destId="{D1A5B676-22D0-4E16-BC31-0A5FEB3553E0}" srcOrd="0" destOrd="0" presId="urn:microsoft.com/office/officeart/2005/8/layout/list1"/>
    <dgm:cxn modelId="{02AD86A1-CE30-4D97-BFD7-DC6650C02F04}" type="presParOf" srcId="{62164023-8E99-4F71-BD2A-791F1474B772}" destId="{D5469ED6-C2DD-46EF-9D9B-D22C49D634DD}" srcOrd="0" destOrd="0" presId="urn:microsoft.com/office/officeart/2005/8/layout/list1"/>
    <dgm:cxn modelId="{83693D7E-6065-4C9D-8D46-D2BD59B28B3E}" type="presParOf" srcId="{D5469ED6-C2DD-46EF-9D9B-D22C49D634DD}" destId="{4B021F4B-FCCC-48EB-8184-CADDA8A1DC65}" srcOrd="0" destOrd="0" presId="urn:microsoft.com/office/officeart/2005/8/layout/list1"/>
    <dgm:cxn modelId="{6B5304EB-07A2-48EF-9035-0E0C8DCF122A}" type="presParOf" srcId="{D5469ED6-C2DD-46EF-9D9B-D22C49D634DD}" destId="{098EEF58-BE4A-4205-A3D1-3F9A5D14AD06}" srcOrd="1" destOrd="0" presId="urn:microsoft.com/office/officeart/2005/8/layout/list1"/>
    <dgm:cxn modelId="{25AF26D2-8EA6-49FB-A4EA-1D89C4920A61}" type="presParOf" srcId="{62164023-8E99-4F71-BD2A-791F1474B772}" destId="{4B0C2E9B-78B4-4E77-A785-E31438625D9F}" srcOrd="1" destOrd="0" presId="urn:microsoft.com/office/officeart/2005/8/layout/list1"/>
    <dgm:cxn modelId="{449DE03B-A2BC-41EE-9E4D-5EEFFC4B4229}" type="presParOf" srcId="{62164023-8E99-4F71-BD2A-791F1474B772}" destId="{D1A5B676-22D0-4E16-BC31-0A5FEB3553E0}" srcOrd="2" destOrd="0" presId="urn:microsoft.com/office/officeart/2005/8/layout/list1"/>
    <dgm:cxn modelId="{4E0D99F3-F619-4E03-894A-8178E8D2CE23}" type="presParOf" srcId="{62164023-8E99-4F71-BD2A-791F1474B772}" destId="{CB45AF21-0F85-456D-9428-10C0C6BF3BED}" srcOrd="3" destOrd="0" presId="urn:microsoft.com/office/officeart/2005/8/layout/list1"/>
    <dgm:cxn modelId="{3DF27245-3359-48C2-902F-F3B62DF73D42}" type="presParOf" srcId="{62164023-8E99-4F71-BD2A-791F1474B772}" destId="{6C1D6D63-6DD6-4A53-877D-F5970FFB85DD}" srcOrd="4" destOrd="0" presId="urn:microsoft.com/office/officeart/2005/8/layout/list1"/>
    <dgm:cxn modelId="{81200FEA-6ECA-4860-BEDA-AB1EF35685B6}" type="presParOf" srcId="{6C1D6D63-6DD6-4A53-877D-F5970FFB85DD}" destId="{16948886-7306-43BD-8C69-E01C8DF93398}" srcOrd="0" destOrd="0" presId="urn:microsoft.com/office/officeart/2005/8/layout/list1"/>
    <dgm:cxn modelId="{66A2CC02-013F-45F3-93A1-46B0FE6BFEB8}" type="presParOf" srcId="{6C1D6D63-6DD6-4A53-877D-F5970FFB85DD}" destId="{13FC86DA-7AB3-4125-869D-911F3266DE2F}" srcOrd="1" destOrd="0" presId="urn:microsoft.com/office/officeart/2005/8/layout/list1"/>
    <dgm:cxn modelId="{6A046150-D8FF-4E5D-8382-82C203E2FC2E}" type="presParOf" srcId="{62164023-8E99-4F71-BD2A-791F1474B772}" destId="{8E0F6963-1425-43F7-AE6D-5425CAA96365}" srcOrd="5" destOrd="0" presId="urn:microsoft.com/office/officeart/2005/8/layout/list1"/>
    <dgm:cxn modelId="{8DF06DE0-D5B8-4054-9246-96FB2D8613AF}" type="presParOf" srcId="{62164023-8E99-4F71-BD2A-791F1474B772}" destId="{5B0D6773-8027-498F-AC79-813955BC97A3}" srcOrd="6" destOrd="0" presId="urn:microsoft.com/office/officeart/2005/8/layout/list1"/>
    <dgm:cxn modelId="{6D15C82C-C56E-41F0-84BD-F6D448DB8B2D}" type="presParOf" srcId="{62164023-8E99-4F71-BD2A-791F1474B772}" destId="{07813BA4-EF86-45EE-9C66-ACBE6B3991C9}" srcOrd="7" destOrd="0" presId="urn:microsoft.com/office/officeart/2005/8/layout/list1"/>
    <dgm:cxn modelId="{D9BE7FDE-EEA8-4919-9B87-DD0D63FE59FC}" type="presParOf" srcId="{62164023-8E99-4F71-BD2A-791F1474B772}" destId="{C0428DAF-7E8C-4307-AC57-266F42EF58F1}" srcOrd="8" destOrd="0" presId="urn:microsoft.com/office/officeart/2005/8/layout/list1"/>
    <dgm:cxn modelId="{9B5F6702-1065-4E7D-A388-09C17DC38790}" type="presParOf" srcId="{C0428DAF-7E8C-4307-AC57-266F42EF58F1}" destId="{CE4878AF-CE83-4A80-AA2A-CD461BB93755}" srcOrd="0" destOrd="0" presId="urn:microsoft.com/office/officeart/2005/8/layout/list1"/>
    <dgm:cxn modelId="{19A027E8-1264-4438-BF54-5D0F78716078}" type="presParOf" srcId="{C0428DAF-7E8C-4307-AC57-266F42EF58F1}" destId="{16AE6EC2-5D5B-45CF-A59D-52462F45AB43}" srcOrd="1" destOrd="0" presId="urn:microsoft.com/office/officeart/2005/8/layout/list1"/>
    <dgm:cxn modelId="{084B2272-6F6B-49BC-8075-117961FAE786}" type="presParOf" srcId="{62164023-8E99-4F71-BD2A-791F1474B772}" destId="{10E5CFB3-DC1E-437B-ACA5-FBC8BDA5DB35}" srcOrd="9" destOrd="0" presId="urn:microsoft.com/office/officeart/2005/8/layout/list1"/>
    <dgm:cxn modelId="{BE2D8418-4615-437A-AEDE-698A7D94F8BC}" type="presParOf" srcId="{62164023-8E99-4F71-BD2A-791F1474B772}" destId="{DDB3D809-9B47-49BE-9107-55F458AFA9EC}" srcOrd="10" destOrd="0" presId="urn:microsoft.com/office/officeart/2005/8/layout/list1"/>
    <dgm:cxn modelId="{873E3A02-3045-4220-9B64-BDCAED670009}" type="presParOf" srcId="{62164023-8E99-4F71-BD2A-791F1474B772}" destId="{C2C609AA-F6E3-492E-AC46-8A443373B71F}" srcOrd="11" destOrd="0" presId="urn:microsoft.com/office/officeart/2005/8/layout/list1"/>
    <dgm:cxn modelId="{4B92CBAF-4F70-4607-A9E3-4D29979E4099}" type="presParOf" srcId="{62164023-8E99-4F71-BD2A-791F1474B772}" destId="{95D5BE9E-4601-438A-AA3E-8AB790AE2D2F}" srcOrd="12" destOrd="0" presId="urn:microsoft.com/office/officeart/2005/8/layout/list1"/>
    <dgm:cxn modelId="{A2F72EC1-8228-4D92-9028-7F4AB37C614D}" type="presParOf" srcId="{95D5BE9E-4601-438A-AA3E-8AB790AE2D2F}" destId="{167C0D67-C45F-4957-A966-A50361F3B41B}" srcOrd="0" destOrd="0" presId="urn:microsoft.com/office/officeart/2005/8/layout/list1"/>
    <dgm:cxn modelId="{E7EDF20E-D638-4B5E-B196-68682C2F595D}" type="presParOf" srcId="{95D5BE9E-4601-438A-AA3E-8AB790AE2D2F}" destId="{F0519E15-B7D6-48BA-B397-B1714BED6080}" srcOrd="1" destOrd="0" presId="urn:microsoft.com/office/officeart/2005/8/layout/list1"/>
    <dgm:cxn modelId="{D9189FB2-5D4E-4321-8798-3CCC165E0A15}" type="presParOf" srcId="{62164023-8E99-4F71-BD2A-791F1474B772}" destId="{06A02154-0B47-4DA3-872F-03175C137944}" srcOrd="13" destOrd="0" presId="urn:microsoft.com/office/officeart/2005/8/layout/list1"/>
    <dgm:cxn modelId="{BF8E70E6-38E4-4DD8-988B-1B9CBE7A55E9}" type="presParOf" srcId="{62164023-8E99-4F71-BD2A-791F1474B772}" destId="{2981F39D-A336-4BB9-9956-AE5D996342D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BBA99E-262E-4B87-BFF0-5EE3BD3A843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4BE8C65-9CA8-434F-9CE2-9C6128E5E6FE}">
      <dgm:prSet custT="1"/>
      <dgm:spPr/>
      <dgm:t>
        <a:bodyPr/>
        <a:lstStyle/>
        <a:p>
          <a:pPr marL="0" algn="l"/>
          <a:r>
            <a:rPr lang="en-SG" sz="2000" b="1" dirty="0"/>
            <a:t>Offline training</a:t>
          </a:r>
          <a:endParaRPr lang="en-SG" sz="2000" dirty="0"/>
        </a:p>
      </dgm:t>
    </dgm:pt>
    <dgm:pt modelId="{43654CD3-B29E-47CD-BD21-EF9A2CF70175}" type="parTrans" cxnId="{2A8ED861-4855-4CA5-A1CB-E20D629F75EA}">
      <dgm:prSet/>
      <dgm:spPr/>
      <dgm:t>
        <a:bodyPr/>
        <a:lstStyle/>
        <a:p>
          <a:endParaRPr lang="en-SG"/>
        </a:p>
      </dgm:t>
    </dgm:pt>
    <dgm:pt modelId="{C6B6C62D-AF44-4FF7-8C30-51320AD1CAA9}" type="sibTrans" cxnId="{2A8ED861-4855-4CA5-A1CB-E20D629F75EA}">
      <dgm:prSet/>
      <dgm:spPr/>
      <dgm:t>
        <a:bodyPr/>
        <a:lstStyle/>
        <a:p>
          <a:endParaRPr lang="en-SG"/>
        </a:p>
      </dgm:t>
    </dgm:pt>
    <dgm:pt modelId="{A285F837-A9EB-4AF5-92F2-78AB5F9D1E79}">
      <dgm:prSet custT="1"/>
      <dgm:spPr/>
      <dgm:t>
        <a:bodyPr/>
        <a:lstStyle/>
        <a:p>
          <a:r>
            <a:rPr lang="en-SG" sz="2000" b="1" dirty="0"/>
            <a:t>Risk Scoring</a:t>
          </a:r>
          <a:endParaRPr lang="en-SG" sz="2000" dirty="0"/>
        </a:p>
      </dgm:t>
    </dgm:pt>
    <dgm:pt modelId="{7C89892D-9E5A-4010-93C7-DE61A1D8849D}" type="parTrans" cxnId="{FC3BC0E9-4590-49B9-AD7A-B21EEE1EC765}">
      <dgm:prSet/>
      <dgm:spPr/>
      <dgm:t>
        <a:bodyPr/>
        <a:lstStyle/>
        <a:p>
          <a:endParaRPr lang="en-SG"/>
        </a:p>
      </dgm:t>
    </dgm:pt>
    <dgm:pt modelId="{0DC4A81C-E995-40F2-86DA-10E325F07AC2}" type="sibTrans" cxnId="{FC3BC0E9-4590-49B9-AD7A-B21EEE1EC765}">
      <dgm:prSet/>
      <dgm:spPr/>
      <dgm:t>
        <a:bodyPr/>
        <a:lstStyle/>
        <a:p>
          <a:endParaRPr lang="en-SG"/>
        </a:p>
      </dgm:t>
    </dgm:pt>
    <dgm:pt modelId="{EE8644FA-9679-49CB-AC86-EAB6DEA95994}">
      <dgm:prSet custT="1"/>
      <dgm:spPr/>
      <dgm:t>
        <a:bodyPr/>
        <a:lstStyle/>
        <a:p>
          <a:r>
            <a:rPr lang="en-SG" sz="2000" b="1" dirty="0"/>
            <a:t>Ranking</a:t>
          </a:r>
          <a:endParaRPr lang="en-SG" sz="2000" dirty="0"/>
        </a:p>
      </dgm:t>
    </dgm:pt>
    <dgm:pt modelId="{3F89D2C2-B44C-45B3-BC48-EB0F2B2A8E77}" type="parTrans" cxnId="{421C5006-6ED4-4D5F-9E26-B11C52AE9B54}">
      <dgm:prSet/>
      <dgm:spPr/>
      <dgm:t>
        <a:bodyPr/>
        <a:lstStyle/>
        <a:p>
          <a:endParaRPr lang="en-SG"/>
        </a:p>
      </dgm:t>
    </dgm:pt>
    <dgm:pt modelId="{4D1F425F-60A2-4FC7-8459-2973CF0E943B}" type="sibTrans" cxnId="{421C5006-6ED4-4D5F-9E26-B11C52AE9B54}">
      <dgm:prSet/>
      <dgm:spPr/>
      <dgm:t>
        <a:bodyPr/>
        <a:lstStyle/>
        <a:p>
          <a:endParaRPr lang="en-SG"/>
        </a:p>
      </dgm:t>
    </dgm:pt>
    <dgm:pt modelId="{FEBAD130-8E34-408A-9AAD-41B9D3E9599D}">
      <dgm:prSet custT="1"/>
      <dgm:spPr/>
      <dgm:t>
        <a:bodyPr/>
        <a:lstStyle/>
        <a:p>
          <a:r>
            <a:rPr lang="en-SG" sz="2000" b="1" dirty="0"/>
            <a:t>Campaign selection</a:t>
          </a:r>
          <a:endParaRPr lang="en-SG" sz="2000" dirty="0"/>
        </a:p>
      </dgm:t>
    </dgm:pt>
    <dgm:pt modelId="{2341A78A-B5AA-45D2-AAA0-4D1050E32AA3}" type="parTrans" cxnId="{7EE06707-9505-47B2-BB7B-DA2E10A943B6}">
      <dgm:prSet/>
      <dgm:spPr/>
      <dgm:t>
        <a:bodyPr/>
        <a:lstStyle/>
        <a:p>
          <a:endParaRPr lang="en-SG"/>
        </a:p>
      </dgm:t>
    </dgm:pt>
    <dgm:pt modelId="{6FA30B2F-F78B-42DD-A949-9D2CF05F80AC}" type="sibTrans" cxnId="{7EE06707-9505-47B2-BB7B-DA2E10A943B6}">
      <dgm:prSet/>
      <dgm:spPr/>
      <dgm:t>
        <a:bodyPr/>
        <a:lstStyle/>
        <a:p>
          <a:endParaRPr lang="en-SG"/>
        </a:p>
      </dgm:t>
    </dgm:pt>
    <dgm:pt modelId="{E040C8B7-CA81-4FA2-AC8C-9900EF256F06}">
      <dgm:prSet custT="1"/>
      <dgm:spPr/>
      <dgm:t>
        <a:bodyPr/>
        <a:lstStyle/>
        <a:p>
          <a:r>
            <a:rPr lang="en-SG" sz="2000" b="1" dirty="0"/>
            <a:t>Business rules </a:t>
          </a:r>
          <a:r>
            <a:rPr lang="en-SG" sz="1000" b="0" dirty="0"/>
            <a:t>(not implemented here)</a:t>
          </a:r>
          <a:endParaRPr lang="en-SG" sz="1000" dirty="0"/>
        </a:p>
      </dgm:t>
    </dgm:pt>
    <dgm:pt modelId="{B2B3BA69-5914-4A6A-A5C9-11B4E4673DAA}" type="parTrans" cxnId="{A9817F08-B1D0-4916-9716-380E3C13B375}">
      <dgm:prSet/>
      <dgm:spPr/>
      <dgm:t>
        <a:bodyPr/>
        <a:lstStyle/>
        <a:p>
          <a:endParaRPr lang="en-SG"/>
        </a:p>
      </dgm:t>
    </dgm:pt>
    <dgm:pt modelId="{8AEE597C-9724-4E54-86BC-A448A0361432}" type="sibTrans" cxnId="{A9817F08-B1D0-4916-9716-380E3C13B375}">
      <dgm:prSet/>
      <dgm:spPr/>
      <dgm:t>
        <a:bodyPr/>
        <a:lstStyle/>
        <a:p>
          <a:endParaRPr lang="en-SG"/>
        </a:p>
      </dgm:t>
    </dgm:pt>
    <dgm:pt modelId="{34B84298-C666-436B-A8A4-3D24BFDEEE8A}">
      <dgm:prSet custT="1"/>
      <dgm:spPr/>
      <dgm:t>
        <a:bodyPr/>
        <a:lstStyle/>
        <a:p>
          <a:pPr marL="0" indent="0" algn="just">
            <a:buNone/>
          </a:pPr>
          <a:r>
            <a:rPr lang="en-SG" sz="1400" b="1" dirty="0"/>
            <a:t>learns a churn risk model </a:t>
          </a:r>
          <a:r>
            <a:rPr lang="en-SG" sz="1400" dirty="0"/>
            <a:t>from </a:t>
          </a:r>
          <a:r>
            <a:rPr lang="en-SG" sz="1400" b="1" dirty="0"/>
            <a:t>historical customer data.</a:t>
          </a:r>
        </a:p>
      </dgm:t>
    </dgm:pt>
    <dgm:pt modelId="{B0B438B7-53C5-46BE-B75F-BE5EEDD63288}" type="parTrans" cxnId="{AC3BAB61-9B4D-416A-94FB-8089E10D2966}">
      <dgm:prSet/>
      <dgm:spPr/>
      <dgm:t>
        <a:bodyPr/>
        <a:lstStyle/>
        <a:p>
          <a:endParaRPr lang="en-SG"/>
        </a:p>
      </dgm:t>
    </dgm:pt>
    <dgm:pt modelId="{0193E055-162A-4081-A269-79E3F09F1DEF}" type="sibTrans" cxnId="{AC3BAB61-9B4D-416A-94FB-8089E10D2966}">
      <dgm:prSet/>
      <dgm:spPr/>
      <dgm:t>
        <a:bodyPr/>
        <a:lstStyle/>
        <a:p>
          <a:endParaRPr lang="en-SG"/>
        </a:p>
      </dgm:t>
    </dgm:pt>
    <dgm:pt modelId="{F42CA869-CE81-4EB8-B426-F1C99AB27D5E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assigns </a:t>
          </a:r>
          <a:r>
            <a:rPr lang="en-SG" sz="1400" dirty="0"/>
            <a:t>each customer a </a:t>
          </a:r>
          <a:r>
            <a:rPr lang="en-SG" sz="1400" b="1" dirty="0"/>
            <a:t>churn probability.</a:t>
          </a:r>
          <a:endParaRPr lang="en-SG" sz="1400" dirty="0"/>
        </a:p>
      </dgm:t>
    </dgm:pt>
    <dgm:pt modelId="{422CF58F-8ADB-4BF3-9151-903DEFFA84F3}" type="parTrans" cxnId="{26D80BBE-4FDD-43EE-8EC4-CCCEE3E350B2}">
      <dgm:prSet/>
      <dgm:spPr/>
      <dgm:t>
        <a:bodyPr/>
        <a:lstStyle/>
        <a:p>
          <a:endParaRPr lang="en-SG"/>
        </a:p>
      </dgm:t>
    </dgm:pt>
    <dgm:pt modelId="{133ACB53-D38A-4F23-B22F-0911AB81ECA3}" type="sibTrans" cxnId="{26D80BBE-4FDD-43EE-8EC4-CCCEE3E350B2}">
      <dgm:prSet/>
      <dgm:spPr/>
      <dgm:t>
        <a:bodyPr/>
        <a:lstStyle/>
        <a:p>
          <a:endParaRPr lang="en-SG"/>
        </a:p>
      </dgm:t>
    </dgm:pt>
    <dgm:pt modelId="{C4190D71-3948-4CCC-AFA4-2F457D2541B6}">
      <dgm:prSet custT="1"/>
      <dgm:spPr/>
      <dgm:t>
        <a:bodyPr/>
        <a:lstStyle/>
        <a:p>
          <a:pPr algn="just">
            <a:buNone/>
          </a:pPr>
          <a:r>
            <a:rPr lang="en-SG" sz="1400" b="1" dirty="0"/>
            <a:t>orders </a:t>
          </a:r>
          <a:r>
            <a:rPr lang="en-SG" sz="1400" dirty="0"/>
            <a:t>customers from </a:t>
          </a:r>
          <a:r>
            <a:rPr lang="en-SG" sz="1400" b="1" dirty="0"/>
            <a:t>highest risk to lowest risk.</a:t>
          </a:r>
          <a:endParaRPr lang="en-SG" sz="1400" dirty="0"/>
        </a:p>
      </dgm:t>
    </dgm:pt>
    <dgm:pt modelId="{B2FBDB90-8BD9-48FE-986D-0CA074B51814}" type="parTrans" cxnId="{670A2A66-3521-4AE1-8F31-3A52C00B5476}">
      <dgm:prSet/>
      <dgm:spPr/>
      <dgm:t>
        <a:bodyPr/>
        <a:lstStyle/>
        <a:p>
          <a:endParaRPr lang="en-SG"/>
        </a:p>
      </dgm:t>
    </dgm:pt>
    <dgm:pt modelId="{DBD08CE9-E221-4460-8AC1-C98A86928381}" type="sibTrans" cxnId="{670A2A66-3521-4AE1-8F31-3A52C00B5476}">
      <dgm:prSet/>
      <dgm:spPr/>
      <dgm:t>
        <a:bodyPr/>
        <a:lstStyle/>
        <a:p>
          <a:endParaRPr lang="en-SG"/>
        </a:p>
      </dgm:t>
    </dgm:pt>
    <dgm:pt modelId="{D63B5E17-D171-4F0E-BF41-FC9EC8973128}">
      <dgm:prSet custT="1"/>
      <dgm:spPr/>
      <dgm:t>
        <a:bodyPr/>
        <a:lstStyle/>
        <a:p>
          <a:pPr algn="just">
            <a:buNone/>
          </a:pPr>
          <a:r>
            <a:rPr lang="en-SG" sz="1400" dirty="0"/>
            <a:t>chooses the </a:t>
          </a:r>
          <a:r>
            <a:rPr lang="en-SG" sz="1400" b="1" dirty="0"/>
            <a:t>top segment based on capacity and budget.</a:t>
          </a:r>
        </a:p>
      </dgm:t>
    </dgm:pt>
    <dgm:pt modelId="{19B7866A-D9E9-41D5-BD94-6CF17357E8B8}" type="parTrans" cxnId="{956E92D3-712B-4F7A-9B6B-3BE9696D4F6A}">
      <dgm:prSet/>
      <dgm:spPr/>
      <dgm:t>
        <a:bodyPr/>
        <a:lstStyle/>
        <a:p>
          <a:endParaRPr lang="en-SG"/>
        </a:p>
      </dgm:t>
    </dgm:pt>
    <dgm:pt modelId="{BF85F12A-0EF5-4ED5-92CF-DF4284FB2F11}" type="sibTrans" cxnId="{956E92D3-712B-4F7A-9B6B-3BE9696D4F6A}">
      <dgm:prSet/>
      <dgm:spPr/>
      <dgm:t>
        <a:bodyPr/>
        <a:lstStyle/>
        <a:p>
          <a:endParaRPr lang="en-SG"/>
        </a:p>
      </dgm:t>
    </dgm:pt>
    <dgm:pt modelId="{B084F515-37DC-4A0E-AC87-2827C5FB3FA4}">
      <dgm:prSet custT="1"/>
      <dgm:spPr/>
      <dgm:t>
        <a:bodyPr/>
        <a:lstStyle/>
        <a:p>
          <a:pPr algn="just">
            <a:buNone/>
          </a:pPr>
          <a:r>
            <a:rPr lang="en-SG" sz="1400" dirty="0"/>
            <a:t>can </a:t>
          </a:r>
          <a:r>
            <a:rPr lang="en-SG" sz="1400" b="1" dirty="0"/>
            <a:t>further prioritize high-risk, high-value customers.</a:t>
          </a:r>
          <a:endParaRPr lang="en-SG" sz="1400" dirty="0"/>
        </a:p>
      </dgm:t>
    </dgm:pt>
    <dgm:pt modelId="{3E5DC35A-2F19-4E55-A196-5B253B4C1F0B}" type="parTrans" cxnId="{0ACBFFE8-F214-4406-B01C-1FCEF2BCEE00}">
      <dgm:prSet/>
      <dgm:spPr/>
      <dgm:t>
        <a:bodyPr/>
        <a:lstStyle/>
        <a:p>
          <a:endParaRPr lang="en-SG"/>
        </a:p>
      </dgm:t>
    </dgm:pt>
    <dgm:pt modelId="{2844FE66-6F72-4702-A337-8A388D222E04}" type="sibTrans" cxnId="{0ACBFFE8-F214-4406-B01C-1FCEF2BCEE00}">
      <dgm:prSet/>
      <dgm:spPr/>
      <dgm:t>
        <a:bodyPr/>
        <a:lstStyle/>
        <a:p>
          <a:endParaRPr lang="en-SG"/>
        </a:p>
      </dgm:t>
    </dgm:pt>
    <dgm:pt modelId="{3B11901A-9B96-4827-9B50-CEB11A4EB33B}">
      <dgm:prSet custT="1"/>
      <dgm:spPr/>
      <dgm:t>
        <a:bodyPr/>
        <a:lstStyle/>
        <a:p>
          <a:r>
            <a:rPr lang="en-SG" sz="2000" b="1" dirty="0"/>
            <a:t>Periodically retrain </a:t>
          </a:r>
          <a:r>
            <a:rPr lang="en-SG" sz="1000" b="0" dirty="0"/>
            <a:t>(not implemented here)</a:t>
          </a:r>
          <a:endParaRPr lang="en-SG" sz="1000" dirty="0"/>
        </a:p>
      </dgm:t>
    </dgm:pt>
    <dgm:pt modelId="{50EA6F3B-0B17-43A6-94F5-93AA20DEBB8C}" type="sibTrans" cxnId="{E2364319-0AC0-4644-A373-42B88BC92956}">
      <dgm:prSet/>
      <dgm:spPr/>
      <dgm:t>
        <a:bodyPr/>
        <a:lstStyle/>
        <a:p>
          <a:endParaRPr lang="en-SG"/>
        </a:p>
      </dgm:t>
    </dgm:pt>
    <dgm:pt modelId="{56C867CA-4BEC-4112-A686-D7F2DAF9211D}" type="parTrans" cxnId="{E2364319-0AC0-4644-A373-42B88BC92956}">
      <dgm:prSet/>
      <dgm:spPr/>
      <dgm:t>
        <a:bodyPr/>
        <a:lstStyle/>
        <a:p>
          <a:endParaRPr lang="en-SG"/>
        </a:p>
      </dgm:t>
    </dgm:pt>
    <dgm:pt modelId="{5548B382-D576-464A-A3E3-55E2A0E9954F}">
      <dgm:prSet custT="1"/>
      <dgm:spPr/>
      <dgm:t>
        <a:bodyPr/>
        <a:lstStyle/>
        <a:p>
          <a:pPr algn="just">
            <a:buNone/>
          </a:pPr>
          <a:r>
            <a:rPr lang="en-SG" sz="1400" dirty="0"/>
            <a:t>the model to </a:t>
          </a:r>
          <a:r>
            <a:rPr lang="en-SG" sz="1400" b="1" dirty="0"/>
            <a:t>reflect changes in customer behaviour.</a:t>
          </a:r>
          <a:endParaRPr lang="en-SG" sz="1400" dirty="0"/>
        </a:p>
      </dgm:t>
    </dgm:pt>
    <dgm:pt modelId="{00FB2AE4-A115-4E95-80BC-56F0F6EA75AC}" type="sibTrans" cxnId="{9FCD3E51-5136-4613-B45D-1D79639A5DC2}">
      <dgm:prSet/>
      <dgm:spPr/>
      <dgm:t>
        <a:bodyPr/>
        <a:lstStyle/>
        <a:p>
          <a:endParaRPr lang="en-SG"/>
        </a:p>
      </dgm:t>
    </dgm:pt>
    <dgm:pt modelId="{2138698B-7E10-4292-BFC5-39CE11306999}" type="parTrans" cxnId="{9FCD3E51-5136-4613-B45D-1D79639A5DC2}">
      <dgm:prSet/>
      <dgm:spPr/>
      <dgm:t>
        <a:bodyPr/>
        <a:lstStyle/>
        <a:p>
          <a:endParaRPr lang="en-SG"/>
        </a:p>
      </dgm:t>
    </dgm:pt>
    <dgm:pt modelId="{6F59AB14-636D-4442-ABF2-11A74EB27B54}" type="pres">
      <dgm:prSet presAssocID="{F0BBA99E-262E-4B87-BFF0-5EE3BD3A8439}" presName="linear" presStyleCnt="0">
        <dgm:presLayoutVars>
          <dgm:dir/>
          <dgm:animLvl val="lvl"/>
          <dgm:resizeHandles val="exact"/>
        </dgm:presLayoutVars>
      </dgm:prSet>
      <dgm:spPr/>
    </dgm:pt>
    <dgm:pt modelId="{0C78273E-5204-4341-8223-4CB4C95C8A21}" type="pres">
      <dgm:prSet presAssocID="{A4BE8C65-9CA8-434F-9CE2-9C6128E5E6FE}" presName="parentLin" presStyleCnt="0"/>
      <dgm:spPr/>
    </dgm:pt>
    <dgm:pt modelId="{C33D52B8-7C35-4AC8-87A0-957D11D3BF68}" type="pres">
      <dgm:prSet presAssocID="{A4BE8C65-9CA8-434F-9CE2-9C6128E5E6FE}" presName="parentLeftMargin" presStyleLbl="node1" presStyleIdx="0" presStyleCnt="6"/>
      <dgm:spPr/>
    </dgm:pt>
    <dgm:pt modelId="{36E764A6-17A1-4966-B4DA-101E4459E36D}" type="pres">
      <dgm:prSet presAssocID="{A4BE8C65-9CA8-434F-9CE2-9C6128E5E6FE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F6E8530-7D72-4450-84C1-D7AF92E34B39}" type="pres">
      <dgm:prSet presAssocID="{A4BE8C65-9CA8-434F-9CE2-9C6128E5E6FE}" presName="negativeSpace" presStyleCnt="0"/>
      <dgm:spPr/>
    </dgm:pt>
    <dgm:pt modelId="{D403DCA9-27B9-4485-9EF2-7672F3A9D815}" type="pres">
      <dgm:prSet presAssocID="{A4BE8C65-9CA8-434F-9CE2-9C6128E5E6FE}" presName="childText" presStyleLbl="conFgAcc1" presStyleIdx="0" presStyleCnt="6">
        <dgm:presLayoutVars>
          <dgm:bulletEnabled val="1"/>
        </dgm:presLayoutVars>
      </dgm:prSet>
      <dgm:spPr/>
    </dgm:pt>
    <dgm:pt modelId="{0927ACBA-429A-4D36-B318-2F04E0D50DE0}" type="pres">
      <dgm:prSet presAssocID="{C6B6C62D-AF44-4FF7-8C30-51320AD1CAA9}" presName="spaceBetweenRectangles" presStyleCnt="0"/>
      <dgm:spPr/>
    </dgm:pt>
    <dgm:pt modelId="{493DCF93-1937-4FEF-B1F5-45134A604F00}" type="pres">
      <dgm:prSet presAssocID="{3B11901A-9B96-4827-9B50-CEB11A4EB33B}" presName="parentLin" presStyleCnt="0"/>
      <dgm:spPr/>
    </dgm:pt>
    <dgm:pt modelId="{287FEAD8-CF56-4AC8-A2E5-AA925B42C206}" type="pres">
      <dgm:prSet presAssocID="{3B11901A-9B96-4827-9B50-CEB11A4EB33B}" presName="parentLeftMargin" presStyleLbl="node1" presStyleIdx="0" presStyleCnt="6"/>
      <dgm:spPr/>
    </dgm:pt>
    <dgm:pt modelId="{6AB3107F-F726-47ED-BE8B-03DB3A08866F}" type="pres">
      <dgm:prSet presAssocID="{3B11901A-9B96-4827-9B50-CEB11A4EB33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ABC8B1C-C4C9-47F7-A4BC-A193B77D6124}" type="pres">
      <dgm:prSet presAssocID="{3B11901A-9B96-4827-9B50-CEB11A4EB33B}" presName="negativeSpace" presStyleCnt="0"/>
      <dgm:spPr/>
    </dgm:pt>
    <dgm:pt modelId="{0015AC33-EE3C-46AF-823F-B68E35675FAF}" type="pres">
      <dgm:prSet presAssocID="{3B11901A-9B96-4827-9B50-CEB11A4EB33B}" presName="childText" presStyleLbl="conFgAcc1" presStyleIdx="1" presStyleCnt="6">
        <dgm:presLayoutVars>
          <dgm:bulletEnabled val="1"/>
        </dgm:presLayoutVars>
      </dgm:prSet>
      <dgm:spPr/>
    </dgm:pt>
    <dgm:pt modelId="{D302ED2E-9956-4C2B-A423-F7C62CBD503F}" type="pres">
      <dgm:prSet presAssocID="{50EA6F3B-0B17-43A6-94F5-93AA20DEBB8C}" presName="spaceBetweenRectangles" presStyleCnt="0"/>
      <dgm:spPr/>
    </dgm:pt>
    <dgm:pt modelId="{6DD630DD-993A-4C18-A2DC-C3A13AE4BC78}" type="pres">
      <dgm:prSet presAssocID="{A285F837-A9EB-4AF5-92F2-78AB5F9D1E79}" presName="parentLin" presStyleCnt="0"/>
      <dgm:spPr/>
    </dgm:pt>
    <dgm:pt modelId="{9D2F753B-1C88-4ED5-86E0-A5ED90B7C3A9}" type="pres">
      <dgm:prSet presAssocID="{A285F837-A9EB-4AF5-92F2-78AB5F9D1E79}" presName="parentLeftMargin" presStyleLbl="node1" presStyleIdx="1" presStyleCnt="6"/>
      <dgm:spPr/>
    </dgm:pt>
    <dgm:pt modelId="{0F89FA63-9572-4E2E-A99D-6E4F146A4869}" type="pres">
      <dgm:prSet presAssocID="{A285F837-A9EB-4AF5-92F2-78AB5F9D1E7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FD03C03-401F-418B-97EE-21BB60F82F14}" type="pres">
      <dgm:prSet presAssocID="{A285F837-A9EB-4AF5-92F2-78AB5F9D1E79}" presName="negativeSpace" presStyleCnt="0"/>
      <dgm:spPr/>
    </dgm:pt>
    <dgm:pt modelId="{E6739AA9-A3F5-4776-953F-276D1191D144}" type="pres">
      <dgm:prSet presAssocID="{A285F837-A9EB-4AF5-92F2-78AB5F9D1E79}" presName="childText" presStyleLbl="conFgAcc1" presStyleIdx="2" presStyleCnt="6">
        <dgm:presLayoutVars>
          <dgm:bulletEnabled val="1"/>
        </dgm:presLayoutVars>
      </dgm:prSet>
      <dgm:spPr/>
    </dgm:pt>
    <dgm:pt modelId="{CC53E5C4-5DD0-4238-B1E0-7877DA2E32B9}" type="pres">
      <dgm:prSet presAssocID="{0DC4A81C-E995-40F2-86DA-10E325F07AC2}" presName="spaceBetweenRectangles" presStyleCnt="0"/>
      <dgm:spPr/>
    </dgm:pt>
    <dgm:pt modelId="{55E8CD4F-BC0B-4D6C-8015-184622178EFE}" type="pres">
      <dgm:prSet presAssocID="{EE8644FA-9679-49CB-AC86-EAB6DEA95994}" presName="parentLin" presStyleCnt="0"/>
      <dgm:spPr/>
    </dgm:pt>
    <dgm:pt modelId="{55B21E20-0099-4B02-8ED4-E17FE943A112}" type="pres">
      <dgm:prSet presAssocID="{EE8644FA-9679-49CB-AC86-EAB6DEA95994}" presName="parentLeftMargin" presStyleLbl="node1" presStyleIdx="2" presStyleCnt="6"/>
      <dgm:spPr/>
    </dgm:pt>
    <dgm:pt modelId="{337C172A-0F11-46C7-9F36-39E1B31326BF}" type="pres">
      <dgm:prSet presAssocID="{EE8644FA-9679-49CB-AC86-EAB6DEA9599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B8CF1A7-3DB4-4EE6-8145-F7EA55451A4D}" type="pres">
      <dgm:prSet presAssocID="{EE8644FA-9679-49CB-AC86-EAB6DEA95994}" presName="negativeSpace" presStyleCnt="0"/>
      <dgm:spPr/>
    </dgm:pt>
    <dgm:pt modelId="{E11EC25D-5807-4290-B496-C3ADAF1B2514}" type="pres">
      <dgm:prSet presAssocID="{EE8644FA-9679-49CB-AC86-EAB6DEA95994}" presName="childText" presStyleLbl="conFgAcc1" presStyleIdx="3" presStyleCnt="6">
        <dgm:presLayoutVars>
          <dgm:bulletEnabled val="1"/>
        </dgm:presLayoutVars>
      </dgm:prSet>
      <dgm:spPr/>
    </dgm:pt>
    <dgm:pt modelId="{228CC6C3-009F-4E51-8E9E-F63EE8E04827}" type="pres">
      <dgm:prSet presAssocID="{4D1F425F-60A2-4FC7-8459-2973CF0E943B}" presName="spaceBetweenRectangles" presStyleCnt="0"/>
      <dgm:spPr/>
    </dgm:pt>
    <dgm:pt modelId="{7E6FD910-3053-4BB8-9DF6-BA682A79A1D8}" type="pres">
      <dgm:prSet presAssocID="{FEBAD130-8E34-408A-9AAD-41B9D3E9599D}" presName="parentLin" presStyleCnt="0"/>
      <dgm:spPr/>
    </dgm:pt>
    <dgm:pt modelId="{309FA988-0C54-4BCC-8D44-0B59CF387622}" type="pres">
      <dgm:prSet presAssocID="{FEBAD130-8E34-408A-9AAD-41B9D3E9599D}" presName="parentLeftMargin" presStyleLbl="node1" presStyleIdx="3" presStyleCnt="6"/>
      <dgm:spPr/>
    </dgm:pt>
    <dgm:pt modelId="{3ED1DD18-467D-4FA5-887D-22B85F20B566}" type="pres">
      <dgm:prSet presAssocID="{FEBAD130-8E34-408A-9AAD-41B9D3E9599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A88AF13-FB53-4D69-9C44-1CBDE06D9EFF}" type="pres">
      <dgm:prSet presAssocID="{FEBAD130-8E34-408A-9AAD-41B9D3E9599D}" presName="negativeSpace" presStyleCnt="0"/>
      <dgm:spPr/>
    </dgm:pt>
    <dgm:pt modelId="{CD59ACE8-7D59-4F3D-BA52-17F554211FC1}" type="pres">
      <dgm:prSet presAssocID="{FEBAD130-8E34-408A-9AAD-41B9D3E9599D}" presName="childText" presStyleLbl="conFgAcc1" presStyleIdx="4" presStyleCnt="6">
        <dgm:presLayoutVars>
          <dgm:bulletEnabled val="1"/>
        </dgm:presLayoutVars>
      </dgm:prSet>
      <dgm:spPr/>
    </dgm:pt>
    <dgm:pt modelId="{94910F57-1029-4CB2-99AB-7741B873C071}" type="pres">
      <dgm:prSet presAssocID="{6FA30B2F-F78B-42DD-A949-9D2CF05F80AC}" presName="spaceBetweenRectangles" presStyleCnt="0"/>
      <dgm:spPr/>
    </dgm:pt>
    <dgm:pt modelId="{E97B66CF-E0A7-4523-A1F5-C237C06C0CEC}" type="pres">
      <dgm:prSet presAssocID="{E040C8B7-CA81-4FA2-AC8C-9900EF256F06}" presName="parentLin" presStyleCnt="0"/>
      <dgm:spPr/>
    </dgm:pt>
    <dgm:pt modelId="{922B565B-26CD-4E35-AB97-9EECC0D6AC6D}" type="pres">
      <dgm:prSet presAssocID="{E040C8B7-CA81-4FA2-AC8C-9900EF256F06}" presName="parentLeftMargin" presStyleLbl="node1" presStyleIdx="4" presStyleCnt="6"/>
      <dgm:spPr/>
    </dgm:pt>
    <dgm:pt modelId="{5A467C53-D8CA-4623-B69F-62B06F4C19F3}" type="pres">
      <dgm:prSet presAssocID="{E040C8B7-CA81-4FA2-AC8C-9900EF256F06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F29F1FE8-CDBE-45DB-A6B6-9E70A23CB357}" type="pres">
      <dgm:prSet presAssocID="{E040C8B7-CA81-4FA2-AC8C-9900EF256F06}" presName="negativeSpace" presStyleCnt="0"/>
      <dgm:spPr/>
    </dgm:pt>
    <dgm:pt modelId="{6E44D9C8-612D-48C4-A1F5-B35EB236BF5C}" type="pres">
      <dgm:prSet presAssocID="{E040C8B7-CA81-4FA2-AC8C-9900EF256F06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421C5006-6ED4-4D5F-9E26-B11C52AE9B54}" srcId="{F0BBA99E-262E-4B87-BFF0-5EE3BD3A8439}" destId="{EE8644FA-9679-49CB-AC86-EAB6DEA95994}" srcOrd="3" destOrd="0" parTransId="{3F89D2C2-B44C-45B3-BC48-EB0F2B2A8E77}" sibTransId="{4D1F425F-60A2-4FC7-8459-2973CF0E943B}"/>
    <dgm:cxn modelId="{7EE06707-9505-47B2-BB7B-DA2E10A943B6}" srcId="{F0BBA99E-262E-4B87-BFF0-5EE3BD3A8439}" destId="{FEBAD130-8E34-408A-9AAD-41B9D3E9599D}" srcOrd="4" destOrd="0" parTransId="{2341A78A-B5AA-45D2-AAA0-4D1050E32AA3}" sibTransId="{6FA30B2F-F78B-42DD-A949-9D2CF05F80AC}"/>
    <dgm:cxn modelId="{A9817F08-B1D0-4916-9716-380E3C13B375}" srcId="{F0BBA99E-262E-4B87-BFF0-5EE3BD3A8439}" destId="{E040C8B7-CA81-4FA2-AC8C-9900EF256F06}" srcOrd="5" destOrd="0" parTransId="{B2B3BA69-5914-4A6A-A5C9-11B4E4673DAA}" sibTransId="{8AEE597C-9724-4E54-86BC-A448A0361432}"/>
    <dgm:cxn modelId="{36EB7A0E-E96A-40DA-B747-BAC3067310D8}" type="presOf" srcId="{FEBAD130-8E34-408A-9AAD-41B9D3E9599D}" destId="{309FA988-0C54-4BCC-8D44-0B59CF387622}" srcOrd="0" destOrd="0" presId="urn:microsoft.com/office/officeart/2005/8/layout/list1"/>
    <dgm:cxn modelId="{E2364319-0AC0-4644-A373-42B88BC92956}" srcId="{F0BBA99E-262E-4B87-BFF0-5EE3BD3A8439}" destId="{3B11901A-9B96-4827-9B50-CEB11A4EB33B}" srcOrd="1" destOrd="0" parTransId="{56C867CA-4BEC-4112-A686-D7F2DAF9211D}" sibTransId="{50EA6F3B-0B17-43A6-94F5-93AA20DEBB8C}"/>
    <dgm:cxn modelId="{BCDD671A-9F2F-4077-BCB8-D6F6D39AC444}" type="presOf" srcId="{EE8644FA-9679-49CB-AC86-EAB6DEA95994}" destId="{337C172A-0F11-46C7-9F36-39E1B31326BF}" srcOrd="1" destOrd="0" presId="urn:microsoft.com/office/officeart/2005/8/layout/list1"/>
    <dgm:cxn modelId="{0DB46820-A734-4B44-BF70-CA64FFC19629}" type="presOf" srcId="{34B84298-C666-436B-A8A4-3D24BFDEEE8A}" destId="{D403DCA9-27B9-4485-9EF2-7672F3A9D815}" srcOrd="0" destOrd="0" presId="urn:microsoft.com/office/officeart/2005/8/layout/list1"/>
    <dgm:cxn modelId="{E28BAD29-11DE-4346-862E-CCB0FF008B9C}" type="presOf" srcId="{A285F837-A9EB-4AF5-92F2-78AB5F9D1E79}" destId="{9D2F753B-1C88-4ED5-86E0-A5ED90B7C3A9}" srcOrd="0" destOrd="0" presId="urn:microsoft.com/office/officeart/2005/8/layout/list1"/>
    <dgm:cxn modelId="{CB0AAF34-538F-43C1-88B0-2F469751CEF9}" type="presOf" srcId="{A4BE8C65-9CA8-434F-9CE2-9C6128E5E6FE}" destId="{C33D52B8-7C35-4AC8-87A0-957D11D3BF68}" srcOrd="0" destOrd="0" presId="urn:microsoft.com/office/officeart/2005/8/layout/list1"/>
    <dgm:cxn modelId="{EAC17C5D-77D5-43EC-826F-4A51786F87CD}" type="presOf" srcId="{A4BE8C65-9CA8-434F-9CE2-9C6128E5E6FE}" destId="{36E764A6-17A1-4966-B4DA-101E4459E36D}" srcOrd="1" destOrd="0" presId="urn:microsoft.com/office/officeart/2005/8/layout/list1"/>
    <dgm:cxn modelId="{AC3BAB61-9B4D-416A-94FB-8089E10D2966}" srcId="{A4BE8C65-9CA8-434F-9CE2-9C6128E5E6FE}" destId="{34B84298-C666-436B-A8A4-3D24BFDEEE8A}" srcOrd="0" destOrd="0" parTransId="{B0B438B7-53C5-46BE-B75F-BE5EEDD63288}" sibTransId="{0193E055-162A-4081-A269-79E3F09F1DEF}"/>
    <dgm:cxn modelId="{2A8ED861-4855-4CA5-A1CB-E20D629F75EA}" srcId="{F0BBA99E-262E-4B87-BFF0-5EE3BD3A8439}" destId="{A4BE8C65-9CA8-434F-9CE2-9C6128E5E6FE}" srcOrd="0" destOrd="0" parTransId="{43654CD3-B29E-47CD-BD21-EF9A2CF70175}" sibTransId="{C6B6C62D-AF44-4FF7-8C30-51320AD1CAA9}"/>
    <dgm:cxn modelId="{2A7A0863-5AF1-4809-9BDA-A7B1FF97F8EC}" type="presOf" srcId="{B084F515-37DC-4A0E-AC87-2827C5FB3FA4}" destId="{6E44D9C8-612D-48C4-A1F5-B35EB236BF5C}" srcOrd="0" destOrd="0" presId="urn:microsoft.com/office/officeart/2005/8/layout/list1"/>
    <dgm:cxn modelId="{D7765D64-9209-4F26-99EF-E39575884355}" type="presOf" srcId="{3B11901A-9B96-4827-9B50-CEB11A4EB33B}" destId="{6AB3107F-F726-47ED-BE8B-03DB3A08866F}" srcOrd="1" destOrd="0" presId="urn:microsoft.com/office/officeart/2005/8/layout/list1"/>
    <dgm:cxn modelId="{670A2A66-3521-4AE1-8F31-3A52C00B5476}" srcId="{EE8644FA-9679-49CB-AC86-EAB6DEA95994}" destId="{C4190D71-3948-4CCC-AFA4-2F457D2541B6}" srcOrd="0" destOrd="0" parTransId="{B2FBDB90-8BD9-48FE-986D-0CA074B51814}" sibTransId="{DBD08CE9-E221-4460-8AC1-C98A86928381}"/>
    <dgm:cxn modelId="{AAEAA446-EB42-4A74-98B4-152F26C18B7C}" type="presOf" srcId="{EE8644FA-9679-49CB-AC86-EAB6DEA95994}" destId="{55B21E20-0099-4B02-8ED4-E17FE943A112}" srcOrd="0" destOrd="0" presId="urn:microsoft.com/office/officeart/2005/8/layout/list1"/>
    <dgm:cxn modelId="{9FCD3E51-5136-4613-B45D-1D79639A5DC2}" srcId="{3B11901A-9B96-4827-9B50-CEB11A4EB33B}" destId="{5548B382-D576-464A-A3E3-55E2A0E9954F}" srcOrd="0" destOrd="0" parTransId="{2138698B-7E10-4292-BFC5-39CE11306999}" sibTransId="{00FB2AE4-A115-4E95-80BC-56F0F6EA75AC}"/>
    <dgm:cxn modelId="{E3756F7E-599B-403F-A43A-9245192C9198}" type="presOf" srcId="{C4190D71-3948-4CCC-AFA4-2F457D2541B6}" destId="{E11EC25D-5807-4290-B496-C3ADAF1B2514}" srcOrd="0" destOrd="0" presId="urn:microsoft.com/office/officeart/2005/8/layout/list1"/>
    <dgm:cxn modelId="{3F703391-A23A-46E4-8A15-B2D6A8B069A0}" type="presOf" srcId="{D63B5E17-D171-4F0E-BF41-FC9EC8973128}" destId="{CD59ACE8-7D59-4F3D-BA52-17F554211FC1}" srcOrd="0" destOrd="0" presId="urn:microsoft.com/office/officeart/2005/8/layout/list1"/>
    <dgm:cxn modelId="{BC5A4994-5C08-43C6-82B6-C57E77AD5757}" type="presOf" srcId="{3B11901A-9B96-4827-9B50-CEB11A4EB33B}" destId="{287FEAD8-CF56-4AC8-A2E5-AA925B42C206}" srcOrd="0" destOrd="0" presId="urn:microsoft.com/office/officeart/2005/8/layout/list1"/>
    <dgm:cxn modelId="{034F249A-1059-4581-9BD7-0696BD79504E}" type="presOf" srcId="{F0BBA99E-262E-4B87-BFF0-5EE3BD3A8439}" destId="{6F59AB14-636D-4442-ABF2-11A74EB27B54}" srcOrd="0" destOrd="0" presId="urn:microsoft.com/office/officeart/2005/8/layout/list1"/>
    <dgm:cxn modelId="{26D80BBE-4FDD-43EE-8EC4-CCCEE3E350B2}" srcId="{A285F837-A9EB-4AF5-92F2-78AB5F9D1E79}" destId="{F42CA869-CE81-4EB8-B426-F1C99AB27D5E}" srcOrd="0" destOrd="0" parTransId="{422CF58F-8ADB-4BF3-9151-903DEFFA84F3}" sibTransId="{133ACB53-D38A-4F23-B22F-0911AB81ECA3}"/>
    <dgm:cxn modelId="{2C2F09BF-4980-490C-BF89-853D83742B20}" type="presOf" srcId="{E040C8B7-CA81-4FA2-AC8C-9900EF256F06}" destId="{5A467C53-D8CA-4623-B69F-62B06F4C19F3}" srcOrd="1" destOrd="0" presId="urn:microsoft.com/office/officeart/2005/8/layout/list1"/>
    <dgm:cxn modelId="{180118C7-1F58-47DE-A81A-34839F8C3D36}" type="presOf" srcId="{5548B382-D576-464A-A3E3-55E2A0E9954F}" destId="{0015AC33-EE3C-46AF-823F-B68E35675FAF}" srcOrd="0" destOrd="0" presId="urn:microsoft.com/office/officeart/2005/8/layout/list1"/>
    <dgm:cxn modelId="{956E92D3-712B-4F7A-9B6B-3BE9696D4F6A}" srcId="{FEBAD130-8E34-408A-9AAD-41B9D3E9599D}" destId="{D63B5E17-D171-4F0E-BF41-FC9EC8973128}" srcOrd="0" destOrd="0" parTransId="{19B7866A-D9E9-41D5-BD94-6CF17357E8B8}" sibTransId="{BF85F12A-0EF5-4ED5-92CF-DF4284FB2F11}"/>
    <dgm:cxn modelId="{F1C7CDE4-3929-4FFE-ADBA-9824BA59C643}" type="presOf" srcId="{E040C8B7-CA81-4FA2-AC8C-9900EF256F06}" destId="{922B565B-26CD-4E35-AB97-9EECC0D6AC6D}" srcOrd="0" destOrd="0" presId="urn:microsoft.com/office/officeart/2005/8/layout/list1"/>
    <dgm:cxn modelId="{0ACBFFE8-F214-4406-B01C-1FCEF2BCEE00}" srcId="{E040C8B7-CA81-4FA2-AC8C-9900EF256F06}" destId="{B084F515-37DC-4A0E-AC87-2827C5FB3FA4}" srcOrd="0" destOrd="0" parTransId="{3E5DC35A-2F19-4E55-A196-5B253B4C1F0B}" sibTransId="{2844FE66-6F72-4702-A337-8A388D222E04}"/>
    <dgm:cxn modelId="{FC3BC0E9-4590-49B9-AD7A-B21EEE1EC765}" srcId="{F0BBA99E-262E-4B87-BFF0-5EE3BD3A8439}" destId="{A285F837-A9EB-4AF5-92F2-78AB5F9D1E79}" srcOrd="2" destOrd="0" parTransId="{7C89892D-9E5A-4010-93C7-DE61A1D8849D}" sibTransId="{0DC4A81C-E995-40F2-86DA-10E325F07AC2}"/>
    <dgm:cxn modelId="{6C8DE9F2-73A0-4BF9-A603-56106F9ECBBB}" type="presOf" srcId="{F42CA869-CE81-4EB8-B426-F1C99AB27D5E}" destId="{E6739AA9-A3F5-4776-953F-276D1191D144}" srcOrd="0" destOrd="0" presId="urn:microsoft.com/office/officeart/2005/8/layout/list1"/>
    <dgm:cxn modelId="{7AE679FC-25EC-4FCD-B71F-8B0BB3CE7E15}" type="presOf" srcId="{FEBAD130-8E34-408A-9AAD-41B9D3E9599D}" destId="{3ED1DD18-467D-4FA5-887D-22B85F20B566}" srcOrd="1" destOrd="0" presId="urn:microsoft.com/office/officeart/2005/8/layout/list1"/>
    <dgm:cxn modelId="{1345FFFF-9754-4CC9-A92B-644CD367D857}" type="presOf" srcId="{A285F837-A9EB-4AF5-92F2-78AB5F9D1E79}" destId="{0F89FA63-9572-4E2E-A99D-6E4F146A4869}" srcOrd="1" destOrd="0" presId="urn:microsoft.com/office/officeart/2005/8/layout/list1"/>
    <dgm:cxn modelId="{CF33BCD6-475F-437B-9ACE-059944D0BE48}" type="presParOf" srcId="{6F59AB14-636D-4442-ABF2-11A74EB27B54}" destId="{0C78273E-5204-4341-8223-4CB4C95C8A21}" srcOrd="0" destOrd="0" presId="urn:microsoft.com/office/officeart/2005/8/layout/list1"/>
    <dgm:cxn modelId="{223E256B-DD14-429F-B71C-8B7A0FF84B02}" type="presParOf" srcId="{0C78273E-5204-4341-8223-4CB4C95C8A21}" destId="{C33D52B8-7C35-4AC8-87A0-957D11D3BF68}" srcOrd="0" destOrd="0" presId="urn:microsoft.com/office/officeart/2005/8/layout/list1"/>
    <dgm:cxn modelId="{EDD7D5B1-862A-4546-A7BC-956F97379491}" type="presParOf" srcId="{0C78273E-5204-4341-8223-4CB4C95C8A21}" destId="{36E764A6-17A1-4966-B4DA-101E4459E36D}" srcOrd="1" destOrd="0" presId="urn:microsoft.com/office/officeart/2005/8/layout/list1"/>
    <dgm:cxn modelId="{B6FBAA82-3068-4F73-A0B4-F9C915028F43}" type="presParOf" srcId="{6F59AB14-636D-4442-ABF2-11A74EB27B54}" destId="{8F6E8530-7D72-4450-84C1-D7AF92E34B39}" srcOrd="1" destOrd="0" presId="urn:microsoft.com/office/officeart/2005/8/layout/list1"/>
    <dgm:cxn modelId="{09D8DE90-F38E-49A7-B24C-DE222B75D09B}" type="presParOf" srcId="{6F59AB14-636D-4442-ABF2-11A74EB27B54}" destId="{D403DCA9-27B9-4485-9EF2-7672F3A9D815}" srcOrd="2" destOrd="0" presId="urn:microsoft.com/office/officeart/2005/8/layout/list1"/>
    <dgm:cxn modelId="{1567B278-A40A-419E-8548-2C386B9F1DC2}" type="presParOf" srcId="{6F59AB14-636D-4442-ABF2-11A74EB27B54}" destId="{0927ACBA-429A-4D36-B318-2F04E0D50DE0}" srcOrd="3" destOrd="0" presId="urn:microsoft.com/office/officeart/2005/8/layout/list1"/>
    <dgm:cxn modelId="{63C6DEE6-8DCF-45BF-8311-982FDB27A1E5}" type="presParOf" srcId="{6F59AB14-636D-4442-ABF2-11A74EB27B54}" destId="{493DCF93-1937-4FEF-B1F5-45134A604F00}" srcOrd="4" destOrd="0" presId="urn:microsoft.com/office/officeart/2005/8/layout/list1"/>
    <dgm:cxn modelId="{6B29CC8C-931E-4503-9C96-FA7E6432346A}" type="presParOf" srcId="{493DCF93-1937-4FEF-B1F5-45134A604F00}" destId="{287FEAD8-CF56-4AC8-A2E5-AA925B42C206}" srcOrd="0" destOrd="0" presId="urn:microsoft.com/office/officeart/2005/8/layout/list1"/>
    <dgm:cxn modelId="{B5A50437-D06B-4287-9833-C02C33611406}" type="presParOf" srcId="{493DCF93-1937-4FEF-B1F5-45134A604F00}" destId="{6AB3107F-F726-47ED-BE8B-03DB3A08866F}" srcOrd="1" destOrd="0" presId="urn:microsoft.com/office/officeart/2005/8/layout/list1"/>
    <dgm:cxn modelId="{89549BD9-1DFA-4D52-A0E6-69B77FFC61F9}" type="presParOf" srcId="{6F59AB14-636D-4442-ABF2-11A74EB27B54}" destId="{EABC8B1C-C4C9-47F7-A4BC-A193B77D6124}" srcOrd="5" destOrd="0" presId="urn:microsoft.com/office/officeart/2005/8/layout/list1"/>
    <dgm:cxn modelId="{16366F2A-0680-4920-AA82-79C1672BDBE1}" type="presParOf" srcId="{6F59AB14-636D-4442-ABF2-11A74EB27B54}" destId="{0015AC33-EE3C-46AF-823F-B68E35675FAF}" srcOrd="6" destOrd="0" presId="urn:microsoft.com/office/officeart/2005/8/layout/list1"/>
    <dgm:cxn modelId="{90E86488-5D4D-49A9-AAFE-98079D937CE9}" type="presParOf" srcId="{6F59AB14-636D-4442-ABF2-11A74EB27B54}" destId="{D302ED2E-9956-4C2B-A423-F7C62CBD503F}" srcOrd="7" destOrd="0" presId="urn:microsoft.com/office/officeart/2005/8/layout/list1"/>
    <dgm:cxn modelId="{9E942D63-D908-42D9-9258-4A9E8A6F5152}" type="presParOf" srcId="{6F59AB14-636D-4442-ABF2-11A74EB27B54}" destId="{6DD630DD-993A-4C18-A2DC-C3A13AE4BC78}" srcOrd="8" destOrd="0" presId="urn:microsoft.com/office/officeart/2005/8/layout/list1"/>
    <dgm:cxn modelId="{7A5F7C94-05BB-4C1B-8D81-15DBDED383C8}" type="presParOf" srcId="{6DD630DD-993A-4C18-A2DC-C3A13AE4BC78}" destId="{9D2F753B-1C88-4ED5-86E0-A5ED90B7C3A9}" srcOrd="0" destOrd="0" presId="urn:microsoft.com/office/officeart/2005/8/layout/list1"/>
    <dgm:cxn modelId="{56F0BE56-1E52-4B02-A80E-5D99B1983B9A}" type="presParOf" srcId="{6DD630DD-993A-4C18-A2DC-C3A13AE4BC78}" destId="{0F89FA63-9572-4E2E-A99D-6E4F146A4869}" srcOrd="1" destOrd="0" presId="urn:microsoft.com/office/officeart/2005/8/layout/list1"/>
    <dgm:cxn modelId="{EF5DD142-D6DD-4ECF-9FD6-12BA5CD9AC78}" type="presParOf" srcId="{6F59AB14-636D-4442-ABF2-11A74EB27B54}" destId="{7FD03C03-401F-418B-97EE-21BB60F82F14}" srcOrd="9" destOrd="0" presId="urn:microsoft.com/office/officeart/2005/8/layout/list1"/>
    <dgm:cxn modelId="{3D46462F-9A83-4470-A621-4238A43C1154}" type="presParOf" srcId="{6F59AB14-636D-4442-ABF2-11A74EB27B54}" destId="{E6739AA9-A3F5-4776-953F-276D1191D144}" srcOrd="10" destOrd="0" presId="urn:microsoft.com/office/officeart/2005/8/layout/list1"/>
    <dgm:cxn modelId="{CE10DEFB-8390-4F82-9447-3056135498B7}" type="presParOf" srcId="{6F59AB14-636D-4442-ABF2-11A74EB27B54}" destId="{CC53E5C4-5DD0-4238-B1E0-7877DA2E32B9}" srcOrd="11" destOrd="0" presId="urn:microsoft.com/office/officeart/2005/8/layout/list1"/>
    <dgm:cxn modelId="{10D6CE6B-7A35-4F83-BABC-2B2BBEBD3017}" type="presParOf" srcId="{6F59AB14-636D-4442-ABF2-11A74EB27B54}" destId="{55E8CD4F-BC0B-4D6C-8015-184622178EFE}" srcOrd="12" destOrd="0" presId="urn:microsoft.com/office/officeart/2005/8/layout/list1"/>
    <dgm:cxn modelId="{AC2ECDE4-AC88-4F6C-A02F-FFC8ECBBBF1F}" type="presParOf" srcId="{55E8CD4F-BC0B-4D6C-8015-184622178EFE}" destId="{55B21E20-0099-4B02-8ED4-E17FE943A112}" srcOrd="0" destOrd="0" presId="urn:microsoft.com/office/officeart/2005/8/layout/list1"/>
    <dgm:cxn modelId="{8A62A285-5E88-4BDF-AF09-C7BBF4CDBE88}" type="presParOf" srcId="{55E8CD4F-BC0B-4D6C-8015-184622178EFE}" destId="{337C172A-0F11-46C7-9F36-39E1B31326BF}" srcOrd="1" destOrd="0" presId="urn:microsoft.com/office/officeart/2005/8/layout/list1"/>
    <dgm:cxn modelId="{A3A04B72-AFE7-419A-B863-103AFF0C4F50}" type="presParOf" srcId="{6F59AB14-636D-4442-ABF2-11A74EB27B54}" destId="{2B8CF1A7-3DB4-4EE6-8145-F7EA55451A4D}" srcOrd="13" destOrd="0" presId="urn:microsoft.com/office/officeart/2005/8/layout/list1"/>
    <dgm:cxn modelId="{1FF176E9-6E6C-4B88-BDCD-5B3591C60BA1}" type="presParOf" srcId="{6F59AB14-636D-4442-ABF2-11A74EB27B54}" destId="{E11EC25D-5807-4290-B496-C3ADAF1B2514}" srcOrd="14" destOrd="0" presId="urn:microsoft.com/office/officeart/2005/8/layout/list1"/>
    <dgm:cxn modelId="{1976BD36-E390-40CC-A1CE-C052280F6E6F}" type="presParOf" srcId="{6F59AB14-636D-4442-ABF2-11A74EB27B54}" destId="{228CC6C3-009F-4E51-8E9E-F63EE8E04827}" srcOrd="15" destOrd="0" presId="urn:microsoft.com/office/officeart/2005/8/layout/list1"/>
    <dgm:cxn modelId="{76EAFF4B-04D5-46A5-B3FB-94754B0D467D}" type="presParOf" srcId="{6F59AB14-636D-4442-ABF2-11A74EB27B54}" destId="{7E6FD910-3053-4BB8-9DF6-BA682A79A1D8}" srcOrd="16" destOrd="0" presId="urn:microsoft.com/office/officeart/2005/8/layout/list1"/>
    <dgm:cxn modelId="{DDFCEA23-A2B4-4A59-BCCF-4299517F1D26}" type="presParOf" srcId="{7E6FD910-3053-4BB8-9DF6-BA682A79A1D8}" destId="{309FA988-0C54-4BCC-8D44-0B59CF387622}" srcOrd="0" destOrd="0" presId="urn:microsoft.com/office/officeart/2005/8/layout/list1"/>
    <dgm:cxn modelId="{4BC08B8A-6913-49FC-848A-56F37B664155}" type="presParOf" srcId="{7E6FD910-3053-4BB8-9DF6-BA682A79A1D8}" destId="{3ED1DD18-467D-4FA5-887D-22B85F20B566}" srcOrd="1" destOrd="0" presId="urn:microsoft.com/office/officeart/2005/8/layout/list1"/>
    <dgm:cxn modelId="{4784D005-2D55-4DF4-80C3-F193078DF5A6}" type="presParOf" srcId="{6F59AB14-636D-4442-ABF2-11A74EB27B54}" destId="{AA88AF13-FB53-4D69-9C44-1CBDE06D9EFF}" srcOrd="17" destOrd="0" presId="urn:microsoft.com/office/officeart/2005/8/layout/list1"/>
    <dgm:cxn modelId="{66CBD24A-C053-48D0-99F7-DE077FD9F22A}" type="presParOf" srcId="{6F59AB14-636D-4442-ABF2-11A74EB27B54}" destId="{CD59ACE8-7D59-4F3D-BA52-17F554211FC1}" srcOrd="18" destOrd="0" presId="urn:microsoft.com/office/officeart/2005/8/layout/list1"/>
    <dgm:cxn modelId="{63836077-6A2A-4490-BA5E-98C5FA915B73}" type="presParOf" srcId="{6F59AB14-636D-4442-ABF2-11A74EB27B54}" destId="{94910F57-1029-4CB2-99AB-7741B873C071}" srcOrd="19" destOrd="0" presId="urn:microsoft.com/office/officeart/2005/8/layout/list1"/>
    <dgm:cxn modelId="{A18D04E2-9561-4060-BDA8-CE69E53FDA54}" type="presParOf" srcId="{6F59AB14-636D-4442-ABF2-11A74EB27B54}" destId="{E97B66CF-E0A7-4523-A1F5-C237C06C0CEC}" srcOrd="20" destOrd="0" presId="urn:microsoft.com/office/officeart/2005/8/layout/list1"/>
    <dgm:cxn modelId="{5EC4B363-02D8-4CD1-A38C-2E3FABED3D14}" type="presParOf" srcId="{E97B66CF-E0A7-4523-A1F5-C237C06C0CEC}" destId="{922B565B-26CD-4E35-AB97-9EECC0D6AC6D}" srcOrd="0" destOrd="0" presId="urn:microsoft.com/office/officeart/2005/8/layout/list1"/>
    <dgm:cxn modelId="{E1B78985-C4F8-4D8B-B0BD-66B71832497A}" type="presParOf" srcId="{E97B66CF-E0A7-4523-A1F5-C237C06C0CEC}" destId="{5A467C53-D8CA-4623-B69F-62B06F4C19F3}" srcOrd="1" destOrd="0" presId="urn:microsoft.com/office/officeart/2005/8/layout/list1"/>
    <dgm:cxn modelId="{0900C5D9-7A78-4947-B1B5-836AA386F61E}" type="presParOf" srcId="{6F59AB14-636D-4442-ABF2-11A74EB27B54}" destId="{F29F1FE8-CDBE-45DB-A6B6-9E70A23CB357}" srcOrd="21" destOrd="0" presId="urn:microsoft.com/office/officeart/2005/8/layout/list1"/>
    <dgm:cxn modelId="{B4F6D1B7-828D-4E4D-BE3D-C1D67F7FBD0A}" type="presParOf" srcId="{6F59AB14-636D-4442-ABF2-11A74EB27B54}" destId="{6E44D9C8-612D-48C4-A1F5-B35EB236BF5C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D0A13F-4678-4B55-8095-54CD6AE4C91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89F0DA6A-CA5C-477D-A5FD-49AA811B1174}">
      <dgm:prSet custT="1"/>
      <dgm:spPr/>
      <dgm:t>
        <a:bodyPr/>
        <a:lstStyle/>
        <a:p>
          <a:r>
            <a:rPr lang="en-SG" sz="2000" b="1" dirty="0"/>
            <a:t>Ranking vs classification</a:t>
          </a:r>
          <a:endParaRPr lang="en-SG" sz="2000" dirty="0"/>
        </a:p>
      </dgm:t>
    </dgm:pt>
    <dgm:pt modelId="{BCC44D17-1E0C-445A-8457-AD1C5429FE0F}" type="parTrans" cxnId="{F13A8BD6-2501-4658-BB3B-D4CD8F8AA6DD}">
      <dgm:prSet/>
      <dgm:spPr/>
      <dgm:t>
        <a:bodyPr/>
        <a:lstStyle/>
        <a:p>
          <a:endParaRPr lang="en-SG"/>
        </a:p>
      </dgm:t>
    </dgm:pt>
    <dgm:pt modelId="{6DC59D21-AA29-498E-B120-17015C88C2E5}" type="sibTrans" cxnId="{F13A8BD6-2501-4658-BB3B-D4CD8F8AA6DD}">
      <dgm:prSet/>
      <dgm:spPr/>
      <dgm:t>
        <a:bodyPr/>
        <a:lstStyle/>
        <a:p>
          <a:endParaRPr lang="en-SG"/>
        </a:p>
      </dgm:t>
    </dgm:pt>
    <dgm:pt modelId="{E7FE857F-7366-4996-87C6-A185C60DBC6D}">
      <dgm:prSet custT="1"/>
      <dgm:spPr/>
      <dgm:t>
        <a:bodyPr/>
        <a:lstStyle/>
        <a:p>
          <a:r>
            <a:rPr lang="en-SG" sz="2000" b="1" dirty="0"/>
            <a:t>Interpretability vs complexity</a:t>
          </a:r>
          <a:endParaRPr lang="en-SG" sz="2000" dirty="0"/>
        </a:p>
      </dgm:t>
    </dgm:pt>
    <dgm:pt modelId="{012FCDE2-844F-48E3-A775-3CE62BBB4914}" type="parTrans" cxnId="{18B948A1-A371-4B7C-92B6-A3B839900E65}">
      <dgm:prSet/>
      <dgm:spPr/>
      <dgm:t>
        <a:bodyPr/>
        <a:lstStyle/>
        <a:p>
          <a:endParaRPr lang="en-SG"/>
        </a:p>
      </dgm:t>
    </dgm:pt>
    <dgm:pt modelId="{BF955D90-49FD-4EB2-8FE0-FBC4E14A4E2F}" type="sibTrans" cxnId="{18B948A1-A371-4B7C-92B6-A3B839900E65}">
      <dgm:prSet/>
      <dgm:spPr/>
      <dgm:t>
        <a:bodyPr/>
        <a:lstStyle/>
        <a:p>
          <a:endParaRPr lang="en-SG"/>
        </a:p>
      </dgm:t>
    </dgm:pt>
    <dgm:pt modelId="{DBE45374-950F-4F54-A643-BE8E052B2F56}">
      <dgm:prSet custT="1"/>
      <dgm:spPr/>
      <dgm:t>
        <a:bodyPr/>
        <a:lstStyle/>
        <a:p>
          <a:r>
            <a:rPr lang="en-SG" sz="2000" b="1" dirty="0"/>
            <a:t>Risk vs value</a:t>
          </a:r>
          <a:endParaRPr lang="en-SG" sz="2000" dirty="0"/>
        </a:p>
      </dgm:t>
    </dgm:pt>
    <dgm:pt modelId="{2F014DEB-BCE1-4FCE-BF03-FB851308DDAD}" type="parTrans" cxnId="{61221307-FFB4-4C5B-849F-C2F8DFC93EEC}">
      <dgm:prSet/>
      <dgm:spPr/>
      <dgm:t>
        <a:bodyPr/>
        <a:lstStyle/>
        <a:p>
          <a:endParaRPr lang="en-SG"/>
        </a:p>
      </dgm:t>
    </dgm:pt>
    <dgm:pt modelId="{D806C7F9-AE5F-4F68-8C39-51AC4256A894}" type="sibTrans" cxnId="{61221307-FFB4-4C5B-849F-C2F8DFC93EEC}">
      <dgm:prSet/>
      <dgm:spPr/>
      <dgm:t>
        <a:bodyPr/>
        <a:lstStyle/>
        <a:p>
          <a:endParaRPr lang="en-SG"/>
        </a:p>
      </dgm:t>
    </dgm:pt>
    <dgm:pt modelId="{3D50F52A-323D-4194-9F9E-34ED4EE369E9}">
      <dgm:prSet custT="1"/>
      <dgm:spPr/>
      <dgm:t>
        <a:bodyPr/>
        <a:lstStyle/>
        <a:p>
          <a:r>
            <a:rPr lang="en-SG" sz="2000" b="1" dirty="0"/>
            <a:t>Offline vs business impact</a:t>
          </a:r>
          <a:endParaRPr lang="en-SG" sz="2000" dirty="0"/>
        </a:p>
      </dgm:t>
    </dgm:pt>
    <dgm:pt modelId="{D5B3AA10-13A8-4AC0-91E7-D6D998BB2AEE}" type="parTrans" cxnId="{2E922941-69E6-4829-8EDA-A4D1E92CD49E}">
      <dgm:prSet/>
      <dgm:spPr/>
      <dgm:t>
        <a:bodyPr/>
        <a:lstStyle/>
        <a:p>
          <a:endParaRPr lang="en-SG"/>
        </a:p>
      </dgm:t>
    </dgm:pt>
    <dgm:pt modelId="{B5410924-C1A8-4D8E-9031-CB9F7F004A26}" type="sibTrans" cxnId="{2E922941-69E6-4829-8EDA-A4D1E92CD49E}">
      <dgm:prSet/>
      <dgm:spPr/>
      <dgm:t>
        <a:bodyPr/>
        <a:lstStyle/>
        <a:p>
          <a:endParaRPr lang="en-SG"/>
        </a:p>
      </dgm:t>
    </dgm:pt>
    <dgm:pt modelId="{658BA940-3FED-4E11-8286-484A389B5A1C}">
      <dgm:prSet custT="1"/>
      <dgm:spPr/>
      <dgm:t>
        <a:bodyPr/>
        <a:lstStyle/>
        <a:p>
          <a:r>
            <a:rPr lang="en-SG" sz="2000" b="1" dirty="0"/>
            <a:t>Limitation</a:t>
          </a:r>
          <a:endParaRPr lang="en-SG" sz="2000" dirty="0"/>
        </a:p>
      </dgm:t>
    </dgm:pt>
    <dgm:pt modelId="{BCCED97D-2A0F-4006-A538-D5A626712DA8}" type="parTrans" cxnId="{29FEBA5E-2005-46B3-99F9-84041DC0D231}">
      <dgm:prSet/>
      <dgm:spPr/>
      <dgm:t>
        <a:bodyPr/>
        <a:lstStyle/>
        <a:p>
          <a:endParaRPr lang="en-SG"/>
        </a:p>
      </dgm:t>
    </dgm:pt>
    <dgm:pt modelId="{47982F9A-4F13-45E9-A9B2-A03B8E7D9F21}" type="sibTrans" cxnId="{29FEBA5E-2005-46B3-99F9-84041DC0D231}">
      <dgm:prSet/>
      <dgm:spPr/>
      <dgm:t>
        <a:bodyPr/>
        <a:lstStyle/>
        <a:p>
          <a:endParaRPr lang="en-SG"/>
        </a:p>
      </dgm:t>
    </dgm:pt>
    <dgm:pt modelId="{957E4EA7-4BDD-4A65-8941-AF6001EE3F84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dirty="0"/>
            <a:t>The </a:t>
          </a:r>
          <a:r>
            <a:rPr lang="en-SG" sz="1400" b="1" dirty="0"/>
            <a:t>main business use is prioritization</a:t>
          </a:r>
          <a:r>
            <a:rPr lang="en-SG" sz="1400" dirty="0"/>
            <a:t>, so </a:t>
          </a:r>
          <a:r>
            <a:rPr lang="en-SG" sz="1400" b="1" dirty="0"/>
            <a:t>ranking quality matters more than a binary label alone.</a:t>
          </a:r>
        </a:p>
      </dgm:t>
    </dgm:pt>
    <dgm:pt modelId="{AB9E3747-177B-4A5A-8BF7-B9C6418D72B9}" type="parTrans" cxnId="{EBCF7573-0475-4B37-82BC-DD37E66BCC5B}">
      <dgm:prSet/>
      <dgm:spPr/>
      <dgm:t>
        <a:bodyPr/>
        <a:lstStyle/>
        <a:p>
          <a:endParaRPr lang="en-SG"/>
        </a:p>
      </dgm:t>
    </dgm:pt>
    <dgm:pt modelId="{16A30052-D4F8-426D-9905-68623216A375}" type="sibTrans" cxnId="{EBCF7573-0475-4B37-82BC-DD37E66BCC5B}">
      <dgm:prSet/>
      <dgm:spPr/>
      <dgm:t>
        <a:bodyPr/>
        <a:lstStyle/>
        <a:p>
          <a:endParaRPr lang="en-SG"/>
        </a:p>
      </dgm:t>
    </dgm:pt>
    <dgm:pt modelId="{B812EC1C-3A21-439C-99A9-717142F1DD32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Simpler models are easier to explain and operationalize</a:t>
          </a:r>
          <a:r>
            <a:rPr lang="en-SG" sz="1400" dirty="0"/>
            <a:t>, while more </a:t>
          </a:r>
          <a:r>
            <a:rPr lang="en-SG" sz="1400" b="1" dirty="0"/>
            <a:t>complex models may improve performance but add maintenance cost.</a:t>
          </a:r>
        </a:p>
      </dgm:t>
    </dgm:pt>
    <dgm:pt modelId="{17239E35-47E3-443E-B39E-585929F4BB24}" type="parTrans" cxnId="{7CBBDBA9-CD1B-465A-B959-82B9FDBB3CDA}">
      <dgm:prSet/>
      <dgm:spPr/>
      <dgm:t>
        <a:bodyPr/>
        <a:lstStyle/>
        <a:p>
          <a:endParaRPr lang="en-SG"/>
        </a:p>
      </dgm:t>
    </dgm:pt>
    <dgm:pt modelId="{5EC03C14-9154-4C8A-8356-002E4CFBAE6C}" type="sibTrans" cxnId="{7CBBDBA9-CD1B-465A-B959-82B9FDBB3CDA}">
      <dgm:prSet/>
      <dgm:spPr/>
      <dgm:t>
        <a:bodyPr/>
        <a:lstStyle/>
        <a:p>
          <a:endParaRPr lang="en-SG"/>
        </a:p>
      </dgm:t>
    </dgm:pt>
    <dgm:pt modelId="{7F4B52B9-3F65-4193-A4DE-CFEB526D272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Churn risk alone is useful</a:t>
          </a:r>
          <a:r>
            <a:rPr lang="en-SG" sz="1400" dirty="0"/>
            <a:t>, but </a:t>
          </a:r>
          <a:r>
            <a:rPr lang="en-SG" sz="1400" b="1" dirty="0"/>
            <a:t>production decisions should also consider customer value and intervention cost.</a:t>
          </a:r>
        </a:p>
      </dgm:t>
    </dgm:pt>
    <dgm:pt modelId="{D74DB8FD-A703-47C5-AFFB-9220547554BD}" type="parTrans" cxnId="{C63790DC-3B6F-44A9-8008-5F0D07DCB728}">
      <dgm:prSet/>
      <dgm:spPr/>
      <dgm:t>
        <a:bodyPr/>
        <a:lstStyle/>
        <a:p>
          <a:endParaRPr lang="en-SG"/>
        </a:p>
      </dgm:t>
    </dgm:pt>
    <dgm:pt modelId="{90D0607B-71CA-42F2-A267-C38BB5A1BEDC}" type="sibTrans" cxnId="{C63790DC-3B6F-44A9-8008-5F0D07DCB728}">
      <dgm:prSet/>
      <dgm:spPr/>
      <dgm:t>
        <a:bodyPr/>
        <a:lstStyle/>
        <a:p>
          <a:endParaRPr lang="en-SG"/>
        </a:p>
      </dgm:t>
    </dgm:pt>
    <dgm:pt modelId="{0DB67A07-F84E-44ED-B59C-4E15F1CFD40C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Good offline metrics are helpful</a:t>
          </a:r>
          <a:r>
            <a:rPr lang="en-SG" sz="1400" dirty="0"/>
            <a:t>, but the </a:t>
          </a:r>
          <a:r>
            <a:rPr lang="en-SG" sz="1400" b="1" dirty="0"/>
            <a:t>real test is whether targeted outreach improves retention outcomes.</a:t>
          </a:r>
        </a:p>
      </dgm:t>
    </dgm:pt>
    <dgm:pt modelId="{E29BBD8B-1465-43BD-BEA3-5EDCAF44EC5A}" type="parTrans" cxnId="{CB9FBB28-DAA9-4872-A436-B7E5A36A97D0}">
      <dgm:prSet/>
      <dgm:spPr/>
      <dgm:t>
        <a:bodyPr/>
        <a:lstStyle/>
        <a:p>
          <a:endParaRPr lang="en-SG"/>
        </a:p>
      </dgm:t>
    </dgm:pt>
    <dgm:pt modelId="{3BD9D258-A71E-4959-B5C5-814E8248D199}" type="sibTrans" cxnId="{CB9FBB28-DAA9-4872-A436-B7E5A36A97D0}">
      <dgm:prSet/>
      <dgm:spPr/>
      <dgm:t>
        <a:bodyPr/>
        <a:lstStyle/>
        <a:p>
          <a:endParaRPr lang="en-SG"/>
        </a:p>
      </dgm:t>
    </dgm:pt>
    <dgm:pt modelId="{7CE6D76B-2E37-4222-9470-2308FBF66B41}">
      <dgm:prSet custT="1"/>
      <dgm:spPr/>
      <dgm:t>
        <a:bodyPr/>
        <a:lstStyle/>
        <a:p>
          <a:pPr marL="0" indent="0" algn="just">
            <a:buFont typeface="Wingdings" panose="05000000000000000000" pitchFamily="2" charset="2"/>
            <a:buNone/>
          </a:pPr>
          <a:r>
            <a:rPr lang="en-SG" sz="1400" b="1" dirty="0"/>
            <a:t>Without intervention-response data, </a:t>
          </a:r>
          <a:r>
            <a:rPr lang="en-SG" sz="1400" dirty="0"/>
            <a:t>the </a:t>
          </a:r>
          <a:r>
            <a:rPr lang="en-SG" sz="1400" b="1" dirty="0"/>
            <a:t>model can rank risk but cannot directly recommend the best retention action.</a:t>
          </a:r>
        </a:p>
      </dgm:t>
    </dgm:pt>
    <dgm:pt modelId="{77C6506C-4A83-4A90-8943-7E13ACDF0D25}" type="parTrans" cxnId="{607B81FD-1DC2-458B-93FF-20D3CBEE887E}">
      <dgm:prSet/>
      <dgm:spPr/>
      <dgm:t>
        <a:bodyPr/>
        <a:lstStyle/>
        <a:p>
          <a:endParaRPr lang="en-SG"/>
        </a:p>
      </dgm:t>
    </dgm:pt>
    <dgm:pt modelId="{816EC895-FE72-42E9-AB18-5822C3698508}" type="sibTrans" cxnId="{607B81FD-1DC2-458B-93FF-20D3CBEE887E}">
      <dgm:prSet/>
      <dgm:spPr/>
      <dgm:t>
        <a:bodyPr/>
        <a:lstStyle/>
        <a:p>
          <a:endParaRPr lang="en-SG"/>
        </a:p>
      </dgm:t>
    </dgm:pt>
    <dgm:pt modelId="{05B2FEE8-3C2F-49FA-9FA4-788BB694D208}" type="pres">
      <dgm:prSet presAssocID="{4FD0A13F-4678-4B55-8095-54CD6AE4C914}" presName="linear" presStyleCnt="0">
        <dgm:presLayoutVars>
          <dgm:dir/>
          <dgm:animLvl val="lvl"/>
          <dgm:resizeHandles val="exact"/>
        </dgm:presLayoutVars>
      </dgm:prSet>
      <dgm:spPr/>
    </dgm:pt>
    <dgm:pt modelId="{B8747ECE-FC1F-47E2-94F0-976304165D4B}" type="pres">
      <dgm:prSet presAssocID="{89F0DA6A-CA5C-477D-A5FD-49AA811B1174}" presName="parentLin" presStyleCnt="0"/>
      <dgm:spPr/>
    </dgm:pt>
    <dgm:pt modelId="{1A62BE2D-96F2-4549-AD70-AA571D0FEAFA}" type="pres">
      <dgm:prSet presAssocID="{89F0DA6A-CA5C-477D-A5FD-49AA811B1174}" presName="parentLeftMargin" presStyleLbl="node1" presStyleIdx="0" presStyleCnt="5"/>
      <dgm:spPr/>
    </dgm:pt>
    <dgm:pt modelId="{8B8F4680-CA2C-4C4D-84F6-6BE1D156C9DB}" type="pres">
      <dgm:prSet presAssocID="{89F0DA6A-CA5C-477D-A5FD-49AA811B117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7696480-15C1-49CA-B7F4-E7E7D006652A}" type="pres">
      <dgm:prSet presAssocID="{89F0DA6A-CA5C-477D-A5FD-49AA811B1174}" presName="negativeSpace" presStyleCnt="0"/>
      <dgm:spPr/>
    </dgm:pt>
    <dgm:pt modelId="{C2DD8FBB-21B5-4CDA-BEFE-64988D733F5C}" type="pres">
      <dgm:prSet presAssocID="{89F0DA6A-CA5C-477D-A5FD-49AA811B1174}" presName="childText" presStyleLbl="conFgAcc1" presStyleIdx="0" presStyleCnt="5">
        <dgm:presLayoutVars>
          <dgm:bulletEnabled val="1"/>
        </dgm:presLayoutVars>
      </dgm:prSet>
      <dgm:spPr/>
    </dgm:pt>
    <dgm:pt modelId="{BFEE6B06-776F-428C-B8C2-5706DD520130}" type="pres">
      <dgm:prSet presAssocID="{6DC59D21-AA29-498E-B120-17015C88C2E5}" presName="spaceBetweenRectangles" presStyleCnt="0"/>
      <dgm:spPr/>
    </dgm:pt>
    <dgm:pt modelId="{3A7627DC-7185-4C3D-97D9-4E69CBA8FCF2}" type="pres">
      <dgm:prSet presAssocID="{E7FE857F-7366-4996-87C6-A185C60DBC6D}" presName="parentLin" presStyleCnt="0"/>
      <dgm:spPr/>
    </dgm:pt>
    <dgm:pt modelId="{BA6221E7-0A3A-4360-9A5B-6C7C2CF58A8D}" type="pres">
      <dgm:prSet presAssocID="{E7FE857F-7366-4996-87C6-A185C60DBC6D}" presName="parentLeftMargin" presStyleLbl="node1" presStyleIdx="0" presStyleCnt="5"/>
      <dgm:spPr/>
    </dgm:pt>
    <dgm:pt modelId="{8B6B8C49-65EC-4591-928A-F1DF94FFDE86}" type="pres">
      <dgm:prSet presAssocID="{E7FE857F-7366-4996-87C6-A185C60DBC6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D98E8D0-D855-4BAE-9E19-07AA96B55671}" type="pres">
      <dgm:prSet presAssocID="{E7FE857F-7366-4996-87C6-A185C60DBC6D}" presName="negativeSpace" presStyleCnt="0"/>
      <dgm:spPr/>
    </dgm:pt>
    <dgm:pt modelId="{F63E34ED-7F6A-42F1-85CD-B80F877172A9}" type="pres">
      <dgm:prSet presAssocID="{E7FE857F-7366-4996-87C6-A185C60DBC6D}" presName="childText" presStyleLbl="conFgAcc1" presStyleIdx="1" presStyleCnt="5">
        <dgm:presLayoutVars>
          <dgm:bulletEnabled val="1"/>
        </dgm:presLayoutVars>
      </dgm:prSet>
      <dgm:spPr/>
    </dgm:pt>
    <dgm:pt modelId="{23E81CE8-B5B4-49EE-9A06-7D80FAB4E29E}" type="pres">
      <dgm:prSet presAssocID="{BF955D90-49FD-4EB2-8FE0-FBC4E14A4E2F}" presName="spaceBetweenRectangles" presStyleCnt="0"/>
      <dgm:spPr/>
    </dgm:pt>
    <dgm:pt modelId="{8A1F710D-6291-441D-9CEF-A03D7F3D7BE4}" type="pres">
      <dgm:prSet presAssocID="{DBE45374-950F-4F54-A643-BE8E052B2F56}" presName="parentLin" presStyleCnt="0"/>
      <dgm:spPr/>
    </dgm:pt>
    <dgm:pt modelId="{0B07EDDF-96A8-45D5-B613-5E0A853E0AE7}" type="pres">
      <dgm:prSet presAssocID="{DBE45374-950F-4F54-A643-BE8E052B2F56}" presName="parentLeftMargin" presStyleLbl="node1" presStyleIdx="1" presStyleCnt="5"/>
      <dgm:spPr/>
    </dgm:pt>
    <dgm:pt modelId="{C794DCD0-CF00-454C-B1D7-499A53B4557A}" type="pres">
      <dgm:prSet presAssocID="{DBE45374-950F-4F54-A643-BE8E052B2F5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D6392CE-2D97-4621-9B8D-764122218EE7}" type="pres">
      <dgm:prSet presAssocID="{DBE45374-950F-4F54-A643-BE8E052B2F56}" presName="negativeSpace" presStyleCnt="0"/>
      <dgm:spPr/>
    </dgm:pt>
    <dgm:pt modelId="{2AEAA69F-2E8B-4685-BE59-BA6FEB0DBB67}" type="pres">
      <dgm:prSet presAssocID="{DBE45374-950F-4F54-A643-BE8E052B2F56}" presName="childText" presStyleLbl="conFgAcc1" presStyleIdx="2" presStyleCnt="5">
        <dgm:presLayoutVars>
          <dgm:bulletEnabled val="1"/>
        </dgm:presLayoutVars>
      </dgm:prSet>
      <dgm:spPr/>
    </dgm:pt>
    <dgm:pt modelId="{73E7084A-7EB1-4235-8132-C58DFF8F8AF2}" type="pres">
      <dgm:prSet presAssocID="{D806C7F9-AE5F-4F68-8C39-51AC4256A894}" presName="spaceBetweenRectangles" presStyleCnt="0"/>
      <dgm:spPr/>
    </dgm:pt>
    <dgm:pt modelId="{95E5FA78-F7FB-4EB8-AF73-163D5498129B}" type="pres">
      <dgm:prSet presAssocID="{3D50F52A-323D-4194-9F9E-34ED4EE369E9}" presName="parentLin" presStyleCnt="0"/>
      <dgm:spPr/>
    </dgm:pt>
    <dgm:pt modelId="{8C116B7B-9A0F-472F-BABF-3E5719AEED7D}" type="pres">
      <dgm:prSet presAssocID="{3D50F52A-323D-4194-9F9E-34ED4EE369E9}" presName="parentLeftMargin" presStyleLbl="node1" presStyleIdx="2" presStyleCnt="5"/>
      <dgm:spPr/>
    </dgm:pt>
    <dgm:pt modelId="{F462B781-B386-43CD-8197-299DB096FEAA}" type="pres">
      <dgm:prSet presAssocID="{3D50F52A-323D-4194-9F9E-34ED4EE369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9708CE4-347D-4CA8-A9C0-EA3718BB19C5}" type="pres">
      <dgm:prSet presAssocID="{3D50F52A-323D-4194-9F9E-34ED4EE369E9}" presName="negativeSpace" presStyleCnt="0"/>
      <dgm:spPr/>
    </dgm:pt>
    <dgm:pt modelId="{C5619156-51C5-47D1-A55A-CBFA4E0C71B6}" type="pres">
      <dgm:prSet presAssocID="{3D50F52A-323D-4194-9F9E-34ED4EE369E9}" presName="childText" presStyleLbl="conFgAcc1" presStyleIdx="3" presStyleCnt="5">
        <dgm:presLayoutVars>
          <dgm:bulletEnabled val="1"/>
        </dgm:presLayoutVars>
      </dgm:prSet>
      <dgm:spPr/>
    </dgm:pt>
    <dgm:pt modelId="{D9E5347B-45B0-4BD2-860A-68883E32CEFD}" type="pres">
      <dgm:prSet presAssocID="{B5410924-C1A8-4D8E-9031-CB9F7F004A26}" presName="spaceBetweenRectangles" presStyleCnt="0"/>
      <dgm:spPr/>
    </dgm:pt>
    <dgm:pt modelId="{5C38ADCA-ED65-4797-997A-9354D0A4036E}" type="pres">
      <dgm:prSet presAssocID="{658BA940-3FED-4E11-8286-484A389B5A1C}" presName="parentLin" presStyleCnt="0"/>
      <dgm:spPr/>
    </dgm:pt>
    <dgm:pt modelId="{F1F28A5A-26C3-4156-A412-54AE7F1F9CD7}" type="pres">
      <dgm:prSet presAssocID="{658BA940-3FED-4E11-8286-484A389B5A1C}" presName="parentLeftMargin" presStyleLbl="node1" presStyleIdx="3" presStyleCnt="5"/>
      <dgm:spPr/>
    </dgm:pt>
    <dgm:pt modelId="{DF614574-EFC1-4289-910B-E8B42A67CD14}" type="pres">
      <dgm:prSet presAssocID="{658BA940-3FED-4E11-8286-484A389B5A1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A6DDAFE9-12DE-4E74-AAF6-389CB1734B58}" type="pres">
      <dgm:prSet presAssocID="{658BA940-3FED-4E11-8286-484A389B5A1C}" presName="negativeSpace" presStyleCnt="0"/>
      <dgm:spPr/>
    </dgm:pt>
    <dgm:pt modelId="{E710EC2F-E1F8-4C39-8521-7B5E4CAB17EF}" type="pres">
      <dgm:prSet presAssocID="{658BA940-3FED-4E11-8286-484A389B5A1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A2C40103-E0C2-454C-ADB0-21F3E95CB7B1}" type="presOf" srcId="{658BA940-3FED-4E11-8286-484A389B5A1C}" destId="{F1F28A5A-26C3-4156-A412-54AE7F1F9CD7}" srcOrd="0" destOrd="0" presId="urn:microsoft.com/office/officeart/2005/8/layout/list1"/>
    <dgm:cxn modelId="{61221307-FFB4-4C5B-849F-C2F8DFC93EEC}" srcId="{4FD0A13F-4678-4B55-8095-54CD6AE4C914}" destId="{DBE45374-950F-4F54-A643-BE8E052B2F56}" srcOrd="2" destOrd="0" parTransId="{2F014DEB-BCE1-4FCE-BF03-FB851308DDAD}" sibTransId="{D806C7F9-AE5F-4F68-8C39-51AC4256A894}"/>
    <dgm:cxn modelId="{82E3FB14-06AC-46CB-B85E-2774576C08AC}" type="presOf" srcId="{4FD0A13F-4678-4B55-8095-54CD6AE4C914}" destId="{05B2FEE8-3C2F-49FA-9FA4-788BB694D208}" srcOrd="0" destOrd="0" presId="urn:microsoft.com/office/officeart/2005/8/layout/list1"/>
    <dgm:cxn modelId="{49D58125-9665-4009-858D-D4A26BA9C94D}" type="presOf" srcId="{0DB67A07-F84E-44ED-B59C-4E15F1CFD40C}" destId="{C5619156-51C5-47D1-A55A-CBFA4E0C71B6}" srcOrd="0" destOrd="0" presId="urn:microsoft.com/office/officeart/2005/8/layout/list1"/>
    <dgm:cxn modelId="{CB9FBB28-DAA9-4872-A436-B7E5A36A97D0}" srcId="{3D50F52A-323D-4194-9F9E-34ED4EE369E9}" destId="{0DB67A07-F84E-44ED-B59C-4E15F1CFD40C}" srcOrd="0" destOrd="0" parTransId="{E29BBD8B-1465-43BD-BEA3-5EDCAF44EC5A}" sibTransId="{3BD9D258-A71E-4959-B5C5-814E8248D199}"/>
    <dgm:cxn modelId="{619CFC31-01B5-469A-80EA-435C944E17EE}" type="presOf" srcId="{7F4B52B9-3F65-4193-A4DE-CFEB526D272C}" destId="{2AEAA69F-2E8B-4685-BE59-BA6FEB0DBB67}" srcOrd="0" destOrd="0" presId="urn:microsoft.com/office/officeart/2005/8/layout/list1"/>
    <dgm:cxn modelId="{E2B57033-4133-4FE9-ADAC-D24AFA116A77}" type="presOf" srcId="{3D50F52A-323D-4194-9F9E-34ED4EE369E9}" destId="{F462B781-B386-43CD-8197-299DB096FEAA}" srcOrd="1" destOrd="0" presId="urn:microsoft.com/office/officeart/2005/8/layout/list1"/>
    <dgm:cxn modelId="{29FEBA5E-2005-46B3-99F9-84041DC0D231}" srcId="{4FD0A13F-4678-4B55-8095-54CD6AE4C914}" destId="{658BA940-3FED-4E11-8286-484A389B5A1C}" srcOrd="4" destOrd="0" parTransId="{BCCED97D-2A0F-4006-A538-D5A626712DA8}" sibTransId="{47982F9A-4F13-45E9-A9B2-A03B8E7D9F21}"/>
    <dgm:cxn modelId="{2E922941-69E6-4829-8EDA-A4D1E92CD49E}" srcId="{4FD0A13F-4678-4B55-8095-54CD6AE4C914}" destId="{3D50F52A-323D-4194-9F9E-34ED4EE369E9}" srcOrd="3" destOrd="0" parTransId="{D5B3AA10-13A8-4AC0-91E7-D6D998BB2AEE}" sibTransId="{B5410924-C1A8-4D8E-9031-CB9F7F004A26}"/>
    <dgm:cxn modelId="{0E9FBA69-BE98-4A51-AF20-E8751142920A}" type="presOf" srcId="{658BA940-3FED-4E11-8286-484A389B5A1C}" destId="{DF614574-EFC1-4289-910B-E8B42A67CD14}" srcOrd="1" destOrd="0" presId="urn:microsoft.com/office/officeart/2005/8/layout/list1"/>
    <dgm:cxn modelId="{BA95D269-DF87-424C-913F-2970B638DB24}" type="presOf" srcId="{7CE6D76B-2E37-4222-9470-2308FBF66B41}" destId="{E710EC2F-E1F8-4C39-8521-7B5E4CAB17EF}" srcOrd="0" destOrd="0" presId="urn:microsoft.com/office/officeart/2005/8/layout/list1"/>
    <dgm:cxn modelId="{96357C6C-02CA-464F-83B6-FC7C496F926E}" type="presOf" srcId="{B812EC1C-3A21-439C-99A9-717142F1DD32}" destId="{F63E34ED-7F6A-42F1-85CD-B80F877172A9}" srcOrd="0" destOrd="0" presId="urn:microsoft.com/office/officeart/2005/8/layout/list1"/>
    <dgm:cxn modelId="{EBCF7573-0475-4B37-82BC-DD37E66BCC5B}" srcId="{89F0DA6A-CA5C-477D-A5FD-49AA811B1174}" destId="{957E4EA7-4BDD-4A65-8941-AF6001EE3F84}" srcOrd="0" destOrd="0" parTransId="{AB9E3747-177B-4A5A-8BF7-B9C6418D72B9}" sibTransId="{16A30052-D4F8-426D-9905-68623216A375}"/>
    <dgm:cxn modelId="{A2FF557F-8CBE-431B-942D-B8DC25824049}" type="presOf" srcId="{89F0DA6A-CA5C-477D-A5FD-49AA811B1174}" destId="{1A62BE2D-96F2-4549-AD70-AA571D0FEAFA}" srcOrd="0" destOrd="0" presId="urn:microsoft.com/office/officeart/2005/8/layout/list1"/>
    <dgm:cxn modelId="{7C957187-5938-405D-AE6B-8EF31392A71E}" type="presOf" srcId="{DBE45374-950F-4F54-A643-BE8E052B2F56}" destId="{0B07EDDF-96A8-45D5-B613-5E0A853E0AE7}" srcOrd="0" destOrd="0" presId="urn:microsoft.com/office/officeart/2005/8/layout/list1"/>
    <dgm:cxn modelId="{71A701A1-FD80-443A-8B11-9EE84268D017}" type="presOf" srcId="{89F0DA6A-CA5C-477D-A5FD-49AA811B1174}" destId="{8B8F4680-CA2C-4C4D-84F6-6BE1D156C9DB}" srcOrd="1" destOrd="0" presId="urn:microsoft.com/office/officeart/2005/8/layout/list1"/>
    <dgm:cxn modelId="{18B948A1-A371-4B7C-92B6-A3B839900E65}" srcId="{4FD0A13F-4678-4B55-8095-54CD6AE4C914}" destId="{E7FE857F-7366-4996-87C6-A185C60DBC6D}" srcOrd="1" destOrd="0" parTransId="{012FCDE2-844F-48E3-A775-3CE62BBB4914}" sibTransId="{BF955D90-49FD-4EB2-8FE0-FBC4E14A4E2F}"/>
    <dgm:cxn modelId="{E76439A9-0AD9-4BCC-8400-8F0536C1C230}" type="presOf" srcId="{957E4EA7-4BDD-4A65-8941-AF6001EE3F84}" destId="{C2DD8FBB-21B5-4CDA-BEFE-64988D733F5C}" srcOrd="0" destOrd="0" presId="urn:microsoft.com/office/officeart/2005/8/layout/list1"/>
    <dgm:cxn modelId="{7CBBDBA9-CD1B-465A-B959-82B9FDBB3CDA}" srcId="{E7FE857F-7366-4996-87C6-A185C60DBC6D}" destId="{B812EC1C-3A21-439C-99A9-717142F1DD32}" srcOrd="0" destOrd="0" parTransId="{17239E35-47E3-443E-B39E-585929F4BB24}" sibTransId="{5EC03C14-9154-4C8A-8356-002E4CFBAE6C}"/>
    <dgm:cxn modelId="{3E19C4AF-AB59-4DF3-BE34-34B95A093BF9}" type="presOf" srcId="{3D50F52A-323D-4194-9F9E-34ED4EE369E9}" destId="{8C116B7B-9A0F-472F-BABF-3E5719AEED7D}" srcOrd="0" destOrd="0" presId="urn:microsoft.com/office/officeart/2005/8/layout/list1"/>
    <dgm:cxn modelId="{174915CB-CC2A-47B0-B925-4658CAC738E1}" type="presOf" srcId="{E7FE857F-7366-4996-87C6-A185C60DBC6D}" destId="{BA6221E7-0A3A-4360-9A5B-6C7C2CF58A8D}" srcOrd="0" destOrd="0" presId="urn:microsoft.com/office/officeart/2005/8/layout/list1"/>
    <dgm:cxn modelId="{569704D6-BCFA-4D91-932C-D1FF65ECF9F8}" type="presOf" srcId="{DBE45374-950F-4F54-A643-BE8E052B2F56}" destId="{C794DCD0-CF00-454C-B1D7-499A53B4557A}" srcOrd="1" destOrd="0" presId="urn:microsoft.com/office/officeart/2005/8/layout/list1"/>
    <dgm:cxn modelId="{F13A8BD6-2501-4658-BB3B-D4CD8F8AA6DD}" srcId="{4FD0A13F-4678-4B55-8095-54CD6AE4C914}" destId="{89F0DA6A-CA5C-477D-A5FD-49AA811B1174}" srcOrd="0" destOrd="0" parTransId="{BCC44D17-1E0C-445A-8457-AD1C5429FE0F}" sibTransId="{6DC59D21-AA29-498E-B120-17015C88C2E5}"/>
    <dgm:cxn modelId="{9BCBCAD9-76D3-473F-B5EC-17E02C48107D}" type="presOf" srcId="{E7FE857F-7366-4996-87C6-A185C60DBC6D}" destId="{8B6B8C49-65EC-4591-928A-F1DF94FFDE86}" srcOrd="1" destOrd="0" presId="urn:microsoft.com/office/officeart/2005/8/layout/list1"/>
    <dgm:cxn modelId="{C63790DC-3B6F-44A9-8008-5F0D07DCB728}" srcId="{DBE45374-950F-4F54-A643-BE8E052B2F56}" destId="{7F4B52B9-3F65-4193-A4DE-CFEB526D272C}" srcOrd="0" destOrd="0" parTransId="{D74DB8FD-A703-47C5-AFFB-9220547554BD}" sibTransId="{90D0607B-71CA-42F2-A267-C38BB5A1BEDC}"/>
    <dgm:cxn modelId="{607B81FD-1DC2-458B-93FF-20D3CBEE887E}" srcId="{658BA940-3FED-4E11-8286-484A389B5A1C}" destId="{7CE6D76B-2E37-4222-9470-2308FBF66B41}" srcOrd="0" destOrd="0" parTransId="{77C6506C-4A83-4A90-8943-7E13ACDF0D25}" sibTransId="{816EC895-FE72-42E9-AB18-5822C3698508}"/>
    <dgm:cxn modelId="{0D6059FF-1FDF-4A62-9757-39CCDA677C10}" type="presParOf" srcId="{05B2FEE8-3C2F-49FA-9FA4-788BB694D208}" destId="{B8747ECE-FC1F-47E2-94F0-976304165D4B}" srcOrd="0" destOrd="0" presId="urn:microsoft.com/office/officeart/2005/8/layout/list1"/>
    <dgm:cxn modelId="{ABA2CB7A-6008-485B-A01A-9D822960E678}" type="presParOf" srcId="{B8747ECE-FC1F-47E2-94F0-976304165D4B}" destId="{1A62BE2D-96F2-4549-AD70-AA571D0FEAFA}" srcOrd="0" destOrd="0" presId="urn:microsoft.com/office/officeart/2005/8/layout/list1"/>
    <dgm:cxn modelId="{B9D0E606-D0D7-4798-AE4E-1F6142021236}" type="presParOf" srcId="{B8747ECE-FC1F-47E2-94F0-976304165D4B}" destId="{8B8F4680-CA2C-4C4D-84F6-6BE1D156C9DB}" srcOrd="1" destOrd="0" presId="urn:microsoft.com/office/officeart/2005/8/layout/list1"/>
    <dgm:cxn modelId="{94E65820-2C13-438A-AAA7-B1D25A4B6844}" type="presParOf" srcId="{05B2FEE8-3C2F-49FA-9FA4-788BB694D208}" destId="{37696480-15C1-49CA-B7F4-E7E7D006652A}" srcOrd="1" destOrd="0" presId="urn:microsoft.com/office/officeart/2005/8/layout/list1"/>
    <dgm:cxn modelId="{7E76C1ED-C8C0-4ABD-A582-E7A78DDAF955}" type="presParOf" srcId="{05B2FEE8-3C2F-49FA-9FA4-788BB694D208}" destId="{C2DD8FBB-21B5-4CDA-BEFE-64988D733F5C}" srcOrd="2" destOrd="0" presId="urn:microsoft.com/office/officeart/2005/8/layout/list1"/>
    <dgm:cxn modelId="{B0FFA867-22D0-4B6A-8C0F-0BFC8D69AAF0}" type="presParOf" srcId="{05B2FEE8-3C2F-49FA-9FA4-788BB694D208}" destId="{BFEE6B06-776F-428C-B8C2-5706DD520130}" srcOrd="3" destOrd="0" presId="urn:microsoft.com/office/officeart/2005/8/layout/list1"/>
    <dgm:cxn modelId="{C6C34052-9D76-4B7B-9662-4C1C2A1298E6}" type="presParOf" srcId="{05B2FEE8-3C2F-49FA-9FA4-788BB694D208}" destId="{3A7627DC-7185-4C3D-97D9-4E69CBA8FCF2}" srcOrd="4" destOrd="0" presId="urn:microsoft.com/office/officeart/2005/8/layout/list1"/>
    <dgm:cxn modelId="{E122B804-7F31-48EB-B68F-AF01A3264C62}" type="presParOf" srcId="{3A7627DC-7185-4C3D-97D9-4E69CBA8FCF2}" destId="{BA6221E7-0A3A-4360-9A5B-6C7C2CF58A8D}" srcOrd="0" destOrd="0" presId="urn:microsoft.com/office/officeart/2005/8/layout/list1"/>
    <dgm:cxn modelId="{CABECDC2-0260-4BD6-8960-A20332F3BCDD}" type="presParOf" srcId="{3A7627DC-7185-4C3D-97D9-4E69CBA8FCF2}" destId="{8B6B8C49-65EC-4591-928A-F1DF94FFDE86}" srcOrd="1" destOrd="0" presId="urn:microsoft.com/office/officeart/2005/8/layout/list1"/>
    <dgm:cxn modelId="{6304A530-6D2D-45BE-B767-38AA542E5CD2}" type="presParOf" srcId="{05B2FEE8-3C2F-49FA-9FA4-788BB694D208}" destId="{1D98E8D0-D855-4BAE-9E19-07AA96B55671}" srcOrd="5" destOrd="0" presId="urn:microsoft.com/office/officeart/2005/8/layout/list1"/>
    <dgm:cxn modelId="{C3BA53AF-D8F6-4FDE-972E-3B31C36D6877}" type="presParOf" srcId="{05B2FEE8-3C2F-49FA-9FA4-788BB694D208}" destId="{F63E34ED-7F6A-42F1-85CD-B80F877172A9}" srcOrd="6" destOrd="0" presId="urn:microsoft.com/office/officeart/2005/8/layout/list1"/>
    <dgm:cxn modelId="{95104058-ED26-425B-9AE5-DBD11DC95E7E}" type="presParOf" srcId="{05B2FEE8-3C2F-49FA-9FA4-788BB694D208}" destId="{23E81CE8-B5B4-49EE-9A06-7D80FAB4E29E}" srcOrd="7" destOrd="0" presId="urn:microsoft.com/office/officeart/2005/8/layout/list1"/>
    <dgm:cxn modelId="{DC8FEA3A-3B4D-44C0-9D85-7AF2058EDF83}" type="presParOf" srcId="{05B2FEE8-3C2F-49FA-9FA4-788BB694D208}" destId="{8A1F710D-6291-441D-9CEF-A03D7F3D7BE4}" srcOrd="8" destOrd="0" presId="urn:microsoft.com/office/officeart/2005/8/layout/list1"/>
    <dgm:cxn modelId="{450BEB8C-392C-4F4B-A66A-FCB5B441DA5E}" type="presParOf" srcId="{8A1F710D-6291-441D-9CEF-A03D7F3D7BE4}" destId="{0B07EDDF-96A8-45D5-B613-5E0A853E0AE7}" srcOrd="0" destOrd="0" presId="urn:microsoft.com/office/officeart/2005/8/layout/list1"/>
    <dgm:cxn modelId="{CB97C3CD-1EA6-48E0-9C8A-2D2B0335FDFE}" type="presParOf" srcId="{8A1F710D-6291-441D-9CEF-A03D7F3D7BE4}" destId="{C794DCD0-CF00-454C-B1D7-499A53B4557A}" srcOrd="1" destOrd="0" presId="urn:microsoft.com/office/officeart/2005/8/layout/list1"/>
    <dgm:cxn modelId="{AC9A8695-2EAF-4550-9F74-DAE2D729CFDD}" type="presParOf" srcId="{05B2FEE8-3C2F-49FA-9FA4-788BB694D208}" destId="{4D6392CE-2D97-4621-9B8D-764122218EE7}" srcOrd="9" destOrd="0" presId="urn:microsoft.com/office/officeart/2005/8/layout/list1"/>
    <dgm:cxn modelId="{03BCFA3E-0145-442C-8F45-4BD55D63ADD1}" type="presParOf" srcId="{05B2FEE8-3C2F-49FA-9FA4-788BB694D208}" destId="{2AEAA69F-2E8B-4685-BE59-BA6FEB0DBB67}" srcOrd="10" destOrd="0" presId="urn:microsoft.com/office/officeart/2005/8/layout/list1"/>
    <dgm:cxn modelId="{B158610D-E398-4E49-A265-B500FE88C84F}" type="presParOf" srcId="{05B2FEE8-3C2F-49FA-9FA4-788BB694D208}" destId="{73E7084A-7EB1-4235-8132-C58DFF8F8AF2}" srcOrd="11" destOrd="0" presId="urn:microsoft.com/office/officeart/2005/8/layout/list1"/>
    <dgm:cxn modelId="{E36CC0B1-C9F1-459A-AB89-F5833D9712F1}" type="presParOf" srcId="{05B2FEE8-3C2F-49FA-9FA4-788BB694D208}" destId="{95E5FA78-F7FB-4EB8-AF73-163D5498129B}" srcOrd="12" destOrd="0" presId="urn:microsoft.com/office/officeart/2005/8/layout/list1"/>
    <dgm:cxn modelId="{5F82300D-1611-4233-957B-7A751B910D6F}" type="presParOf" srcId="{95E5FA78-F7FB-4EB8-AF73-163D5498129B}" destId="{8C116B7B-9A0F-472F-BABF-3E5719AEED7D}" srcOrd="0" destOrd="0" presId="urn:microsoft.com/office/officeart/2005/8/layout/list1"/>
    <dgm:cxn modelId="{7A79B99C-4EF5-43CB-B233-2D5B07435E8B}" type="presParOf" srcId="{95E5FA78-F7FB-4EB8-AF73-163D5498129B}" destId="{F462B781-B386-43CD-8197-299DB096FEAA}" srcOrd="1" destOrd="0" presId="urn:microsoft.com/office/officeart/2005/8/layout/list1"/>
    <dgm:cxn modelId="{F4CF4288-C3BD-4AFE-9C49-CD34FFD11856}" type="presParOf" srcId="{05B2FEE8-3C2F-49FA-9FA4-788BB694D208}" destId="{99708CE4-347D-4CA8-A9C0-EA3718BB19C5}" srcOrd="13" destOrd="0" presId="urn:microsoft.com/office/officeart/2005/8/layout/list1"/>
    <dgm:cxn modelId="{78731A94-E8EE-414C-ADF0-BD90C64D382F}" type="presParOf" srcId="{05B2FEE8-3C2F-49FA-9FA4-788BB694D208}" destId="{C5619156-51C5-47D1-A55A-CBFA4E0C71B6}" srcOrd="14" destOrd="0" presId="urn:microsoft.com/office/officeart/2005/8/layout/list1"/>
    <dgm:cxn modelId="{FD53728F-0525-41C2-AAD4-A37644E492D2}" type="presParOf" srcId="{05B2FEE8-3C2F-49FA-9FA4-788BB694D208}" destId="{D9E5347B-45B0-4BD2-860A-68883E32CEFD}" srcOrd="15" destOrd="0" presId="urn:microsoft.com/office/officeart/2005/8/layout/list1"/>
    <dgm:cxn modelId="{91B3C7F9-87F2-4BF9-A137-1DE48D89878F}" type="presParOf" srcId="{05B2FEE8-3C2F-49FA-9FA4-788BB694D208}" destId="{5C38ADCA-ED65-4797-997A-9354D0A4036E}" srcOrd="16" destOrd="0" presId="urn:microsoft.com/office/officeart/2005/8/layout/list1"/>
    <dgm:cxn modelId="{53B613F3-AF4A-4F6E-8641-AE1011D0944A}" type="presParOf" srcId="{5C38ADCA-ED65-4797-997A-9354D0A4036E}" destId="{F1F28A5A-26C3-4156-A412-54AE7F1F9CD7}" srcOrd="0" destOrd="0" presId="urn:microsoft.com/office/officeart/2005/8/layout/list1"/>
    <dgm:cxn modelId="{640D13BF-6B81-422F-AAC6-9DD561988FDE}" type="presParOf" srcId="{5C38ADCA-ED65-4797-997A-9354D0A4036E}" destId="{DF614574-EFC1-4289-910B-E8B42A67CD14}" srcOrd="1" destOrd="0" presId="urn:microsoft.com/office/officeart/2005/8/layout/list1"/>
    <dgm:cxn modelId="{BB7E0554-784B-4F3B-A464-CA9493AD288C}" type="presParOf" srcId="{05B2FEE8-3C2F-49FA-9FA4-788BB694D208}" destId="{A6DDAFE9-12DE-4E74-AAF6-389CB1734B58}" srcOrd="17" destOrd="0" presId="urn:microsoft.com/office/officeart/2005/8/layout/list1"/>
    <dgm:cxn modelId="{40AD8924-EC8A-4AE8-9489-2D2B279D1161}" type="presParOf" srcId="{05B2FEE8-3C2F-49FA-9FA4-788BB694D208}" destId="{E710EC2F-E1F8-4C39-8521-7B5E4CAB17E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9DE399-23D9-49D2-9DC7-5A910169EA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25B1F544-B2ED-414A-A61E-60A06EC6562C}">
      <dgm:prSet custT="1"/>
      <dgm:spPr/>
      <dgm:t>
        <a:bodyPr/>
        <a:lstStyle/>
        <a:p>
          <a:r>
            <a:rPr lang="en-SG" sz="2000" b="1" dirty="0"/>
            <a:t>Adopt a ranking-first retention strategy</a:t>
          </a:r>
        </a:p>
      </dgm:t>
    </dgm:pt>
    <dgm:pt modelId="{C2CCEB6C-2ED8-4C58-988E-1C9AF09207F3}" type="parTrans" cxnId="{06450192-5425-401A-A527-DDC29271ADE2}">
      <dgm:prSet/>
      <dgm:spPr/>
      <dgm:t>
        <a:bodyPr/>
        <a:lstStyle/>
        <a:p>
          <a:endParaRPr lang="en-SG"/>
        </a:p>
      </dgm:t>
    </dgm:pt>
    <dgm:pt modelId="{DBFCAB62-2306-4693-A61C-A9E1D5CE681B}" type="sibTrans" cxnId="{06450192-5425-401A-A527-DDC29271ADE2}">
      <dgm:prSet/>
      <dgm:spPr/>
      <dgm:t>
        <a:bodyPr/>
        <a:lstStyle/>
        <a:p>
          <a:endParaRPr lang="en-SG"/>
        </a:p>
      </dgm:t>
    </dgm:pt>
    <dgm:pt modelId="{B54EC0FB-D358-4449-B14E-DAD91E06B5D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rank </a:t>
          </a:r>
          <a:r>
            <a:rPr lang="en-SG" sz="1400" dirty="0"/>
            <a:t>customers </a:t>
          </a:r>
          <a:r>
            <a:rPr lang="en-SG" sz="1400" b="1" dirty="0"/>
            <a:t>by predicted churn risk</a:t>
          </a:r>
        </a:p>
      </dgm:t>
    </dgm:pt>
    <dgm:pt modelId="{B53D01E0-8C2C-4EEA-8C38-7A05CF97423A}" type="parTrans" cxnId="{1511CF5F-9427-402E-954E-77DC8C3FC658}">
      <dgm:prSet/>
      <dgm:spPr/>
      <dgm:t>
        <a:bodyPr/>
        <a:lstStyle/>
        <a:p>
          <a:endParaRPr lang="en-SG"/>
        </a:p>
      </dgm:t>
    </dgm:pt>
    <dgm:pt modelId="{68241534-E444-4F51-AF69-1932DC47E3B3}" type="sibTrans" cxnId="{1511CF5F-9427-402E-954E-77DC8C3FC658}">
      <dgm:prSet/>
      <dgm:spPr/>
      <dgm:t>
        <a:bodyPr/>
        <a:lstStyle/>
        <a:p>
          <a:endParaRPr lang="en-SG"/>
        </a:p>
      </dgm:t>
    </dgm:pt>
    <dgm:pt modelId="{8DC5821E-82A9-4B85-8219-5C6487AB3020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target </a:t>
          </a:r>
          <a:r>
            <a:rPr lang="en-SG" sz="1400" dirty="0"/>
            <a:t>the </a:t>
          </a:r>
          <a:r>
            <a:rPr lang="en-SG" sz="1400" b="1" dirty="0"/>
            <a:t>top X% segment </a:t>
          </a:r>
          <a:r>
            <a:rPr lang="en-SG" sz="1400" dirty="0"/>
            <a:t>based on campaign capacity</a:t>
          </a:r>
        </a:p>
      </dgm:t>
    </dgm:pt>
    <dgm:pt modelId="{55649A5E-656C-461F-8BF6-9F7B3CBBB44D}" type="parTrans" cxnId="{CDD46A1D-C057-4025-A127-10C8B9CD015E}">
      <dgm:prSet/>
      <dgm:spPr/>
      <dgm:t>
        <a:bodyPr/>
        <a:lstStyle/>
        <a:p>
          <a:endParaRPr lang="en-SG"/>
        </a:p>
      </dgm:t>
    </dgm:pt>
    <dgm:pt modelId="{07AFC949-BB4B-4556-9595-D924D1D937FB}" type="sibTrans" cxnId="{CDD46A1D-C057-4025-A127-10C8B9CD015E}">
      <dgm:prSet/>
      <dgm:spPr/>
      <dgm:t>
        <a:bodyPr/>
        <a:lstStyle/>
        <a:p>
          <a:endParaRPr lang="en-SG"/>
        </a:p>
      </dgm:t>
    </dgm:pt>
    <dgm:pt modelId="{14941FD1-3AB9-4996-9D50-669FB05DF4C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b="1" dirty="0"/>
            <a:t> prioritize high-risk </a:t>
          </a:r>
          <a:r>
            <a:rPr lang="en-SG" sz="1400" dirty="0"/>
            <a:t>and </a:t>
          </a:r>
          <a:r>
            <a:rPr lang="en-SG" sz="1400" b="1" dirty="0"/>
            <a:t>high-value</a:t>
          </a:r>
          <a:r>
            <a:rPr lang="en-SG" sz="1400" dirty="0"/>
            <a:t> customers</a:t>
          </a:r>
        </a:p>
      </dgm:t>
    </dgm:pt>
    <dgm:pt modelId="{F8257EA5-7E4F-4330-B1C5-F68441D63F5E}" type="parTrans" cxnId="{1FA4389D-D97F-4CFB-A6CE-BA01A782EA0F}">
      <dgm:prSet/>
      <dgm:spPr/>
      <dgm:t>
        <a:bodyPr/>
        <a:lstStyle/>
        <a:p>
          <a:endParaRPr lang="en-SG"/>
        </a:p>
      </dgm:t>
    </dgm:pt>
    <dgm:pt modelId="{BF2CEF44-C41C-4BF7-93B5-05E404AF8BB2}" type="sibTrans" cxnId="{1FA4389D-D97F-4CFB-A6CE-BA01A782EA0F}">
      <dgm:prSet/>
      <dgm:spPr/>
      <dgm:t>
        <a:bodyPr/>
        <a:lstStyle/>
        <a:p>
          <a:endParaRPr lang="en-SG"/>
        </a:p>
      </dgm:t>
    </dgm:pt>
    <dgm:pt modelId="{0EEC9ECC-6D90-42E0-B5F6-79E6B1677A4E}">
      <dgm:prSet custT="1"/>
      <dgm:spPr/>
      <dgm:t>
        <a:bodyPr/>
        <a:lstStyle/>
        <a:p>
          <a:r>
            <a:rPr lang="en-SG" sz="2000" b="1" dirty="0"/>
            <a:t>Model Evaluation</a:t>
          </a:r>
          <a:endParaRPr lang="en-SG" sz="2000" dirty="0"/>
        </a:p>
      </dgm:t>
    </dgm:pt>
    <dgm:pt modelId="{76767EBF-3AC0-4882-87B3-F2D5B8EAE6D7}" type="parTrans" cxnId="{F976ADDD-0808-4DD4-9AD5-1182ADE17326}">
      <dgm:prSet/>
      <dgm:spPr/>
      <dgm:t>
        <a:bodyPr/>
        <a:lstStyle/>
        <a:p>
          <a:endParaRPr lang="en-SG"/>
        </a:p>
      </dgm:t>
    </dgm:pt>
    <dgm:pt modelId="{EA0CF8B7-2167-4445-9A91-8AB2684B8C07}" type="sibTrans" cxnId="{F976ADDD-0808-4DD4-9AD5-1182ADE17326}">
      <dgm:prSet/>
      <dgm:spPr/>
      <dgm:t>
        <a:bodyPr/>
        <a:lstStyle/>
        <a:p>
          <a:endParaRPr lang="en-SG"/>
        </a:p>
      </dgm:t>
    </dgm:pt>
    <dgm:pt modelId="{E15FECA5-30D6-4625-B47A-8153420E66D8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SG" sz="1400" dirty="0"/>
            <a:t> aligns directly with business action and helps </a:t>
          </a:r>
          <a:r>
            <a:rPr lang="en-SG" sz="1400" b="1" dirty="0"/>
            <a:t>maximize retention impact under budget constraints.</a:t>
          </a:r>
        </a:p>
      </dgm:t>
    </dgm:pt>
    <dgm:pt modelId="{F14BE1AB-D653-4B64-980B-86D582E904C4}" type="parTrans" cxnId="{BF6FE7C6-F8A7-45E9-9F59-BB1DA09EE8A7}">
      <dgm:prSet/>
      <dgm:spPr/>
      <dgm:t>
        <a:bodyPr/>
        <a:lstStyle/>
        <a:p>
          <a:endParaRPr lang="en-SG"/>
        </a:p>
      </dgm:t>
    </dgm:pt>
    <dgm:pt modelId="{305EF0D4-61EE-4A6D-98E3-85819940A7C6}" type="sibTrans" cxnId="{BF6FE7C6-F8A7-45E9-9F59-BB1DA09EE8A7}">
      <dgm:prSet/>
      <dgm:spPr/>
      <dgm:t>
        <a:bodyPr/>
        <a:lstStyle/>
        <a:p>
          <a:endParaRPr lang="en-SG"/>
        </a:p>
      </dgm:t>
    </dgm:pt>
    <dgm:pt modelId="{E042474C-A0A5-40D5-9B17-01117CC802AB}" type="pres">
      <dgm:prSet presAssocID="{349DE399-23D9-49D2-9DC7-5A910169EAD0}" presName="linear" presStyleCnt="0">
        <dgm:presLayoutVars>
          <dgm:dir/>
          <dgm:animLvl val="lvl"/>
          <dgm:resizeHandles val="exact"/>
        </dgm:presLayoutVars>
      </dgm:prSet>
      <dgm:spPr/>
    </dgm:pt>
    <dgm:pt modelId="{214BECAA-276E-40F5-82DC-1EFA835C5ECF}" type="pres">
      <dgm:prSet presAssocID="{25B1F544-B2ED-414A-A61E-60A06EC6562C}" presName="parentLin" presStyleCnt="0"/>
      <dgm:spPr/>
    </dgm:pt>
    <dgm:pt modelId="{06DB569D-FAD9-4133-8A4D-63D2ED3451E8}" type="pres">
      <dgm:prSet presAssocID="{25B1F544-B2ED-414A-A61E-60A06EC6562C}" presName="parentLeftMargin" presStyleLbl="node1" presStyleIdx="0" presStyleCnt="2"/>
      <dgm:spPr/>
    </dgm:pt>
    <dgm:pt modelId="{92B5904A-5BCF-42A5-8758-6FEF62C3E75F}" type="pres">
      <dgm:prSet presAssocID="{25B1F544-B2ED-414A-A61E-60A06EC6562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1AC636E-30B8-430F-99A9-281CD31FC736}" type="pres">
      <dgm:prSet presAssocID="{25B1F544-B2ED-414A-A61E-60A06EC6562C}" presName="negativeSpace" presStyleCnt="0"/>
      <dgm:spPr/>
    </dgm:pt>
    <dgm:pt modelId="{651C9D51-1296-4187-AD8A-6EC5AF252A49}" type="pres">
      <dgm:prSet presAssocID="{25B1F544-B2ED-414A-A61E-60A06EC6562C}" presName="childText" presStyleLbl="conFgAcc1" presStyleIdx="0" presStyleCnt="2">
        <dgm:presLayoutVars>
          <dgm:bulletEnabled val="1"/>
        </dgm:presLayoutVars>
      </dgm:prSet>
      <dgm:spPr/>
    </dgm:pt>
    <dgm:pt modelId="{5735AECA-B439-4FBC-A37F-BD778534F633}" type="pres">
      <dgm:prSet presAssocID="{DBFCAB62-2306-4693-A61C-A9E1D5CE681B}" presName="spaceBetweenRectangles" presStyleCnt="0"/>
      <dgm:spPr/>
    </dgm:pt>
    <dgm:pt modelId="{E8CA1ADB-116A-4E88-A951-ECF5B6173B84}" type="pres">
      <dgm:prSet presAssocID="{0EEC9ECC-6D90-42E0-B5F6-79E6B1677A4E}" presName="parentLin" presStyleCnt="0"/>
      <dgm:spPr/>
    </dgm:pt>
    <dgm:pt modelId="{EDB3B37D-D3E6-421B-82C8-9BBC38A32DE5}" type="pres">
      <dgm:prSet presAssocID="{0EEC9ECC-6D90-42E0-B5F6-79E6B1677A4E}" presName="parentLeftMargin" presStyleLbl="node1" presStyleIdx="0" presStyleCnt="2"/>
      <dgm:spPr/>
    </dgm:pt>
    <dgm:pt modelId="{E995963C-573A-41A8-AC59-1660BD0E2CA4}" type="pres">
      <dgm:prSet presAssocID="{0EEC9ECC-6D90-42E0-B5F6-79E6B1677A4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8F7F988-0D0A-431C-A89A-817F37AF1718}" type="pres">
      <dgm:prSet presAssocID="{0EEC9ECC-6D90-42E0-B5F6-79E6B1677A4E}" presName="negativeSpace" presStyleCnt="0"/>
      <dgm:spPr/>
    </dgm:pt>
    <dgm:pt modelId="{7AEF46FD-62AE-4766-B9A1-C632C5B57922}" type="pres">
      <dgm:prSet presAssocID="{0EEC9ECC-6D90-42E0-B5F6-79E6B1677A4E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8362507-07FF-434B-860D-7A1EF4A7C6F4}" type="presOf" srcId="{8DC5821E-82A9-4B85-8219-5C6487AB3020}" destId="{651C9D51-1296-4187-AD8A-6EC5AF252A49}" srcOrd="0" destOrd="1" presId="urn:microsoft.com/office/officeart/2005/8/layout/list1"/>
    <dgm:cxn modelId="{CDD46A1D-C057-4025-A127-10C8B9CD015E}" srcId="{25B1F544-B2ED-414A-A61E-60A06EC6562C}" destId="{8DC5821E-82A9-4B85-8219-5C6487AB3020}" srcOrd="1" destOrd="0" parTransId="{55649A5E-656C-461F-8BF6-9F7B3CBBB44D}" sibTransId="{07AFC949-BB4B-4556-9595-D924D1D937FB}"/>
    <dgm:cxn modelId="{019B5A40-90F6-4C81-ADD2-C01546AE163A}" type="presOf" srcId="{0EEC9ECC-6D90-42E0-B5F6-79E6B1677A4E}" destId="{E995963C-573A-41A8-AC59-1660BD0E2CA4}" srcOrd="1" destOrd="0" presId="urn:microsoft.com/office/officeart/2005/8/layout/list1"/>
    <dgm:cxn modelId="{1511CF5F-9427-402E-954E-77DC8C3FC658}" srcId="{25B1F544-B2ED-414A-A61E-60A06EC6562C}" destId="{B54EC0FB-D358-4449-B14E-DAD91E06B5D8}" srcOrd="0" destOrd="0" parTransId="{B53D01E0-8C2C-4EEA-8C38-7A05CF97423A}" sibTransId="{68241534-E444-4F51-AF69-1932DC47E3B3}"/>
    <dgm:cxn modelId="{36963264-D72A-4976-A3FA-9392B4CCB0A4}" type="presOf" srcId="{25B1F544-B2ED-414A-A61E-60A06EC6562C}" destId="{06DB569D-FAD9-4133-8A4D-63D2ED3451E8}" srcOrd="0" destOrd="0" presId="urn:microsoft.com/office/officeart/2005/8/layout/list1"/>
    <dgm:cxn modelId="{80BE8E5A-F5A5-41F8-B71E-8C7C22C89B22}" type="presOf" srcId="{25B1F544-B2ED-414A-A61E-60A06EC6562C}" destId="{92B5904A-5BCF-42A5-8758-6FEF62C3E75F}" srcOrd="1" destOrd="0" presId="urn:microsoft.com/office/officeart/2005/8/layout/list1"/>
    <dgm:cxn modelId="{06450192-5425-401A-A527-DDC29271ADE2}" srcId="{349DE399-23D9-49D2-9DC7-5A910169EAD0}" destId="{25B1F544-B2ED-414A-A61E-60A06EC6562C}" srcOrd="0" destOrd="0" parTransId="{C2CCEB6C-2ED8-4C58-988E-1C9AF09207F3}" sibTransId="{DBFCAB62-2306-4693-A61C-A9E1D5CE681B}"/>
    <dgm:cxn modelId="{1FA4389D-D97F-4CFB-A6CE-BA01A782EA0F}" srcId="{25B1F544-B2ED-414A-A61E-60A06EC6562C}" destId="{14941FD1-3AB9-4996-9D50-669FB05DF4C7}" srcOrd="2" destOrd="0" parTransId="{F8257EA5-7E4F-4330-B1C5-F68441D63F5E}" sibTransId="{BF2CEF44-C41C-4BF7-93B5-05E404AF8BB2}"/>
    <dgm:cxn modelId="{522A7AA8-952F-43D2-B171-76428D2E0E91}" type="presOf" srcId="{14941FD1-3AB9-4996-9D50-669FB05DF4C7}" destId="{651C9D51-1296-4187-AD8A-6EC5AF252A49}" srcOrd="0" destOrd="2" presId="urn:microsoft.com/office/officeart/2005/8/layout/list1"/>
    <dgm:cxn modelId="{BD902FB6-09F5-4A7A-89B2-DD49221031BD}" type="presOf" srcId="{B54EC0FB-D358-4449-B14E-DAD91E06B5D8}" destId="{651C9D51-1296-4187-AD8A-6EC5AF252A49}" srcOrd="0" destOrd="0" presId="urn:microsoft.com/office/officeart/2005/8/layout/list1"/>
    <dgm:cxn modelId="{193334B7-8DF9-4601-AEB4-48225FE8D2FE}" type="presOf" srcId="{E15FECA5-30D6-4625-B47A-8153420E66D8}" destId="{7AEF46FD-62AE-4766-B9A1-C632C5B57922}" srcOrd="0" destOrd="0" presId="urn:microsoft.com/office/officeart/2005/8/layout/list1"/>
    <dgm:cxn modelId="{F2B478B7-65AA-48FF-B9B6-1F22CD393432}" type="presOf" srcId="{0EEC9ECC-6D90-42E0-B5F6-79E6B1677A4E}" destId="{EDB3B37D-D3E6-421B-82C8-9BBC38A32DE5}" srcOrd="0" destOrd="0" presId="urn:microsoft.com/office/officeart/2005/8/layout/list1"/>
    <dgm:cxn modelId="{BF6FE7C6-F8A7-45E9-9F59-BB1DA09EE8A7}" srcId="{0EEC9ECC-6D90-42E0-B5F6-79E6B1677A4E}" destId="{E15FECA5-30D6-4625-B47A-8153420E66D8}" srcOrd="0" destOrd="0" parTransId="{F14BE1AB-D653-4B64-980B-86D582E904C4}" sibTransId="{305EF0D4-61EE-4A6D-98E3-85819940A7C6}"/>
    <dgm:cxn modelId="{F976ADDD-0808-4DD4-9AD5-1182ADE17326}" srcId="{349DE399-23D9-49D2-9DC7-5A910169EAD0}" destId="{0EEC9ECC-6D90-42E0-B5F6-79E6B1677A4E}" srcOrd="1" destOrd="0" parTransId="{76767EBF-3AC0-4882-87B3-F2D5B8EAE6D7}" sibTransId="{EA0CF8B7-2167-4445-9A91-8AB2684B8C07}"/>
    <dgm:cxn modelId="{E5D1ABE3-9B55-4606-9619-8CDEA2EFFCF6}" type="presOf" srcId="{349DE399-23D9-49D2-9DC7-5A910169EAD0}" destId="{E042474C-A0A5-40D5-9B17-01117CC802AB}" srcOrd="0" destOrd="0" presId="urn:microsoft.com/office/officeart/2005/8/layout/list1"/>
    <dgm:cxn modelId="{EC33C30E-A1AC-49FB-9E4B-6232FC5F4E7E}" type="presParOf" srcId="{E042474C-A0A5-40D5-9B17-01117CC802AB}" destId="{214BECAA-276E-40F5-82DC-1EFA835C5ECF}" srcOrd="0" destOrd="0" presId="urn:microsoft.com/office/officeart/2005/8/layout/list1"/>
    <dgm:cxn modelId="{74D6D172-0BA9-423D-B5B7-EF369907218A}" type="presParOf" srcId="{214BECAA-276E-40F5-82DC-1EFA835C5ECF}" destId="{06DB569D-FAD9-4133-8A4D-63D2ED3451E8}" srcOrd="0" destOrd="0" presId="urn:microsoft.com/office/officeart/2005/8/layout/list1"/>
    <dgm:cxn modelId="{75A3D186-E3F3-46CE-AC21-C0D9C4666681}" type="presParOf" srcId="{214BECAA-276E-40F5-82DC-1EFA835C5ECF}" destId="{92B5904A-5BCF-42A5-8758-6FEF62C3E75F}" srcOrd="1" destOrd="0" presId="urn:microsoft.com/office/officeart/2005/8/layout/list1"/>
    <dgm:cxn modelId="{2DFF16DE-C7C9-4AE0-BD10-F00C26F06111}" type="presParOf" srcId="{E042474C-A0A5-40D5-9B17-01117CC802AB}" destId="{D1AC636E-30B8-430F-99A9-281CD31FC736}" srcOrd="1" destOrd="0" presId="urn:microsoft.com/office/officeart/2005/8/layout/list1"/>
    <dgm:cxn modelId="{C29266FB-24A9-4D79-93F3-B1C37CAB59CE}" type="presParOf" srcId="{E042474C-A0A5-40D5-9B17-01117CC802AB}" destId="{651C9D51-1296-4187-AD8A-6EC5AF252A49}" srcOrd="2" destOrd="0" presId="urn:microsoft.com/office/officeart/2005/8/layout/list1"/>
    <dgm:cxn modelId="{B827F183-F80D-4B4E-9CDE-5FD7A6D648F3}" type="presParOf" srcId="{E042474C-A0A5-40D5-9B17-01117CC802AB}" destId="{5735AECA-B439-4FBC-A37F-BD778534F633}" srcOrd="3" destOrd="0" presId="urn:microsoft.com/office/officeart/2005/8/layout/list1"/>
    <dgm:cxn modelId="{151A04D1-EF9D-4D0D-8EDD-DD8ABA313CB3}" type="presParOf" srcId="{E042474C-A0A5-40D5-9B17-01117CC802AB}" destId="{E8CA1ADB-116A-4E88-A951-ECF5B6173B84}" srcOrd="4" destOrd="0" presId="urn:microsoft.com/office/officeart/2005/8/layout/list1"/>
    <dgm:cxn modelId="{E6367648-582C-4705-9C03-0BA1E86D363C}" type="presParOf" srcId="{E8CA1ADB-116A-4E88-A951-ECF5B6173B84}" destId="{EDB3B37D-D3E6-421B-82C8-9BBC38A32DE5}" srcOrd="0" destOrd="0" presId="urn:microsoft.com/office/officeart/2005/8/layout/list1"/>
    <dgm:cxn modelId="{2DD01643-165E-4587-8DC5-5950A4279D3B}" type="presParOf" srcId="{E8CA1ADB-116A-4E88-A951-ECF5B6173B84}" destId="{E995963C-573A-41A8-AC59-1660BD0E2CA4}" srcOrd="1" destOrd="0" presId="urn:microsoft.com/office/officeart/2005/8/layout/list1"/>
    <dgm:cxn modelId="{027F1A51-A5C9-4C98-9336-450BC82EB48A}" type="presParOf" srcId="{E042474C-A0A5-40D5-9B17-01117CC802AB}" destId="{E8F7F988-0D0A-431C-A89A-817F37AF1718}" srcOrd="5" destOrd="0" presId="urn:microsoft.com/office/officeart/2005/8/layout/list1"/>
    <dgm:cxn modelId="{61D404FF-BF4A-44EA-A7F8-D1770915DC32}" type="presParOf" srcId="{E042474C-A0A5-40D5-9B17-01117CC802AB}" destId="{7AEF46FD-62AE-4766-B9A1-C632C5B5792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F85C35-F699-4640-B952-1E19D48E42FC}">
      <dsp:nvSpPr>
        <dsp:cNvPr id="0" name=""/>
        <dsp:cNvSpPr/>
      </dsp:nvSpPr>
      <dsp:spPr>
        <a:xfrm>
          <a:off x="0" y="285602"/>
          <a:ext cx="9209260" cy="13655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741" tIns="354076" rIns="714741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Churn prediction </a:t>
          </a:r>
          <a:r>
            <a:rPr lang="en-SG" sz="1400" kern="1200" dirty="0"/>
            <a:t>helps retention teams </a:t>
          </a:r>
          <a:r>
            <a:rPr lang="en-SG" sz="1400" b="1" kern="1200" dirty="0"/>
            <a:t>focus limited budget on customers most likely to leave.</a:t>
          </a:r>
          <a:endParaRPr lang="en-SG" sz="1400" kern="1200" dirty="0"/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Retention</a:t>
          </a:r>
          <a:r>
            <a:rPr lang="en-SG" sz="1400" kern="1200" dirty="0"/>
            <a:t> is often </a:t>
          </a:r>
          <a:r>
            <a:rPr lang="en-SG" sz="1400" b="1" kern="1200" dirty="0"/>
            <a:t>cheaper than acquisition</a:t>
          </a:r>
          <a:r>
            <a:rPr lang="en-SG" sz="1400" kern="1200" dirty="0"/>
            <a:t>, so </a:t>
          </a:r>
          <a:r>
            <a:rPr lang="en-SG" sz="1400" b="1" kern="1200" dirty="0"/>
            <a:t>better targeting can protect recurring revenue.</a:t>
          </a:r>
          <a:endParaRPr lang="en-SG" sz="1400" kern="1200" dirty="0"/>
        </a:p>
      </dsp:txBody>
      <dsp:txXfrm>
        <a:off x="0" y="285602"/>
        <a:ext cx="9209260" cy="1365525"/>
      </dsp:txXfrm>
    </dsp:sp>
    <dsp:sp modelId="{2A2B5F5A-0955-4A24-AE6C-AAF8FDC2D0E9}">
      <dsp:nvSpPr>
        <dsp:cNvPr id="0" name=""/>
        <dsp:cNvSpPr/>
      </dsp:nvSpPr>
      <dsp:spPr>
        <a:xfrm>
          <a:off x="460463" y="34682"/>
          <a:ext cx="644648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662" tIns="0" rIns="2436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Business</a:t>
          </a:r>
        </a:p>
      </dsp:txBody>
      <dsp:txXfrm>
        <a:off x="484961" y="59180"/>
        <a:ext cx="6397486" cy="452844"/>
      </dsp:txXfrm>
    </dsp:sp>
    <dsp:sp modelId="{F9660ED3-7E34-4DC3-9E46-435268952735}">
      <dsp:nvSpPr>
        <dsp:cNvPr id="0" name=""/>
        <dsp:cNvSpPr/>
      </dsp:nvSpPr>
      <dsp:spPr>
        <a:xfrm>
          <a:off x="0" y="1993847"/>
          <a:ext cx="9209260" cy="910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4741" tIns="354076" rIns="714741" bIns="99568" numCol="1" spcCol="1270" anchor="t" anchorCtr="0">
          <a:noAutofit/>
        </a:bodyPr>
        <a:lstStyle/>
        <a:p>
          <a:pPr marL="0" lvl="1" indent="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kern="1200" dirty="0"/>
            <a:t>Use the </a:t>
          </a:r>
          <a:r>
            <a:rPr lang="en-SG" sz="1400" b="1" kern="1200" dirty="0"/>
            <a:t>IBM Telco Customer Churn dataset</a:t>
          </a:r>
          <a:r>
            <a:rPr lang="en-SG" sz="1400" kern="1200" dirty="0"/>
            <a:t> as </a:t>
          </a:r>
          <a:r>
            <a:rPr lang="en-SG" sz="1400" b="1" kern="1200" dirty="0"/>
            <a:t>a representative example </a:t>
          </a:r>
          <a:r>
            <a:rPr lang="en-SG" sz="1400" kern="1200" dirty="0"/>
            <a:t>of customer account, service, billing, and </a:t>
          </a:r>
          <a:r>
            <a:rPr lang="en-SG" sz="1400" b="1" kern="1200" dirty="0"/>
            <a:t>churn outcome data.</a:t>
          </a:r>
          <a:endParaRPr lang="en-SG" sz="1400" kern="1200" dirty="0"/>
        </a:p>
      </dsp:txBody>
      <dsp:txXfrm>
        <a:off x="0" y="1993847"/>
        <a:ext cx="9209260" cy="910350"/>
      </dsp:txXfrm>
    </dsp:sp>
    <dsp:sp modelId="{6657E7CD-1802-4279-A7A5-C928EBC98B73}">
      <dsp:nvSpPr>
        <dsp:cNvPr id="0" name=""/>
        <dsp:cNvSpPr/>
      </dsp:nvSpPr>
      <dsp:spPr>
        <a:xfrm>
          <a:off x="460463" y="1742927"/>
          <a:ext cx="644648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662" tIns="0" rIns="2436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Dataset</a:t>
          </a:r>
        </a:p>
      </dsp:txBody>
      <dsp:txXfrm>
        <a:off x="484961" y="1767425"/>
        <a:ext cx="639748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024A1-96FB-4F3B-913E-2E39FA1EC4BB}">
      <dsp:nvSpPr>
        <dsp:cNvPr id="0" name=""/>
        <dsp:cNvSpPr/>
      </dsp:nvSpPr>
      <dsp:spPr>
        <a:xfrm>
          <a:off x="0" y="247407"/>
          <a:ext cx="8620998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085" tIns="312420" rIns="669085" bIns="99568" numCol="1" spcCol="1270" anchor="t" anchorCtr="0">
          <a:noAutofit/>
        </a:bodyPr>
        <a:lstStyle/>
        <a:p>
          <a:pPr marL="0" lvl="1" indent="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Ranking problem using churn probability - </a:t>
          </a:r>
          <a:r>
            <a:rPr lang="en-SG" sz="1400" b="1" i="1" kern="1200" dirty="0"/>
            <a:t>“Who should we contact first when retention capacity is limited?”</a:t>
          </a:r>
          <a:endParaRPr lang="en-SG" sz="1400" b="1" kern="1200" dirty="0"/>
        </a:p>
      </dsp:txBody>
      <dsp:txXfrm>
        <a:off x="0" y="247407"/>
        <a:ext cx="8620998" cy="826875"/>
      </dsp:txXfrm>
    </dsp:sp>
    <dsp:sp modelId="{EE2B6593-F95C-4533-9EEC-E3F4862A0944}">
      <dsp:nvSpPr>
        <dsp:cNvPr id="0" name=""/>
        <dsp:cNvSpPr/>
      </dsp:nvSpPr>
      <dsp:spPr>
        <a:xfrm>
          <a:off x="431049" y="26007"/>
          <a:ext cx="603469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097" tIns="0" rIns="228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SG" sz="2000" b="1" kern="1200" dirty="0"/>
            <a:t>Problem Framing</a:t>
          </a:r>
          <a:endParaRPr lang="en-SG" sz="2000" b="1" u="none" kern="1200" dirty="0"/>
        </a:p>
      </dsp:txBody>
      <dsp:txXfrm>
        <a:off x="452665" y="47623"/>
        <a:ext cx="5991466" cy="399568"/>
      </dsp:txXfrm>
    </dsp:sp>
    <dsp:sp modelId="{478EAEA9-2F49-4F4A-8C8C-401919DFA9DC}">
      <dsp:nvSpPr>
        <dsp:cNvPr id="0" name=""/>
        <dsp:cNvSpPr/>
      </dsp:nvSpPr>
      <dsp:spPr>
        <a:xfrm>
          <a:off x="0" y="1376682"/>
          <a:ext cx="8620998" cy="146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085" tIns="312420" rIns="669085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Decide which customers should be contacted first </a:t>
          </a:r>
          <a:r>
            <a:rPr lang="en-SG" sz="1400" kern="1200" dirty="0"/>
            <a:t>when retention budget or campaign capacity is limited.</a:t>
          </a:r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Predict which customers </a:t>
          </a:r>
          <a:r>
            <a:rPr lang="en-SG" sz="1400" kern="1200" dirty="0"/>
            <a:t>are at the </a:t>
          </a:r>
          <a:r>
            <a:rPr lang="en-SG" sz="1400" b="1" kern="1200" dirty="0"/>
            <a:t>highest risk of churn.</a:t>
          </a:r>
          <a:endParaRPr lang="en-SG" sz="1400" kern="1200" dirty="0"/>
        </a:p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Improve retention decisions </a:t>
          </a:r>
          <a:r>
            <a:rPr lang="en-SG" sz="1400" kern="1200" dirty="0"/>
            <a:t>by helping teams </a:t>
          </a:r>
          <a:r>
            <a:rPr lang="en-SG" sz="1400" b="1" kern="1200" dirty="0"/>
            <a:t>prioritize outreach </a:t>
          </a:r>
          <a:r>
            <a:rPr lang="en-SG" sz="1400" b="0" kern="1200" dirty="0"/>
            <a:t>and </a:t>
          </a:r>
          <a:r>
            <a:rPr lang="en-SG" sz="1400" b="1" kern="1200" dirty="0"/>
            <a:t>match interventions to likely risk drivers.</a:t>
          </a:r>
        </a:p>
      </dsp:txBody>
      <dsp:txXfrm>
        <a:off x="0" y="1376682"/>
        <a:ext cx="8620998" cy="1464750"/>
      </dsp:txXfrm>
    </dsp:sp>
    <dsp:sp modelId="{696B1520-5391-45CE-8D80-CDC7E53A8339}">
      <dsp:nvSpPr>
        <dsp:cNvPr id="0" name=""/>
        <dsp:cNvSpPr/>
      </dsp:nvSpPr>
      <dsp:spPr>
        <a:xfrm>
          <a:off x="431049" y="1155282"/>
          <a:ext cx="603469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097" tIns="0" rIns="228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Decision Framing</a:t>
          </a:r>
        </a:p>
      </dsp:txBody>
      <dsp:txXfrm>
        <a:off x="452665" y="1176898"/>
        <a:ext cx="5991466" cy="399568"/>
      </dsp:txXfrm>
    </dsp:sp>
    <dsp:sp modelId="{B121D308-35EA-4FEE-95DF-151836922AAF}">
      <dsp:nvSpPr>
        <dsp:cNvPr id="0" name=""/>
        <dsp:cNvSpPr/>
      </dsp:nvSpPr>
      <dsp:spPr>
        <a:xfrm>
          <a:off x="0" y="3143832"/>
          <a:ext cx="8620998" cy="1110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9085" tIns="312420" rIns="669085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Hypothesis: top X% customers targeting captures majority of churners</a:t>
          </a:r>
        </a:p>
        <a:p>
          <a:pPr marL="114300" lvl="1" indent="-114300" algn="just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Example: </a:t>
          </a:r>
          <a:r>
            <a:rPr lang="en-SG" sz="1400" kern="1200" dirty="0"/>
            <a:t>if the retention team can </a:t>
          </a:r>
          <a:r>
            <a:rPr lang="en-SG" sz="1400" b="1" kern="1200" dirty="0"/>
            <a:t>contact 20% of customers</a:t>
          </a:r>
          <a:r>
            <a:rPr lang="en-SG" sz="1400" kern="1200" dirty="0"/>
            <a:t>, a well-performing model should </a:t>
          </a:r>
          <a:r>
            <a:rPr lang="en-SG" sz="1400" b="1" kern="1200" dirty="0"/>
            <a:t>capture a majority of churners within this segment.</a:t>
          </a:r>
        </a:p>
      </dsp:txBody>
      <dsp:txXfrm>
        <a:off x="0" y="3143832"/>
        <a:ext cx="8620998" cy="1110375"/>
      </dsp:txXfrm>
    </dsp:sp>
    <dsp:sp modelId="{32115CBE-AE60-462E-BB10-40328303548E}">
      <dsp:nvSpPr>
        <dsp:cNvPr id="0" name=""/>
        <dsp:cNvSpPr/>
      </dsp:nvSpPr>
      <dsp:spPr>
        <a:xfrm>
          <a:off x="431049" y="2922432"/>
          <a:ext cx="6034698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097" tIns="0" rIns="22809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u="none" kern="1200" dirty="0"/>
            <a:t>Expected Outcome </a:t>
          </a:r>
        </a:p>
      </dsp:txBody>
      <dsp:txXfrm>
        <a:off x="452665" y="2944048"/>
        <a:ext cx="5991466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5B676-22D0-4E16-BC31-0A5FEB3553E0}">
      <dsp:nvSpPr>
        <dsp:cNvPr id="0" name=""/>
        <dsp:cNvSpPr/>
      </dsp:nvSpPr>
      <dsp:spPr>
        <a:xfrm>
          <a:off x="0" y="290474"/>
          <a:ext cx="10096013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563" tIns="333248" rIns="783563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mainly as a ranking tool</a:t>
          </a:r>
          <a:r>
            <a:rPr lang="en-SG" sz="1400" kern="1200" dirty="0"/>
            <a:t>, not just a yes/no classifier.</a:t>
          </a:r>
        </a:p>
      </dsp:txBody>
      <dsp:txXfrm>
        <a:off x="0" y="290474"/>
        <a:ext cx="10096013" cy="630000"/>
      </dsp:txXfrm>
    </dsp:sp>
    <dsp:sp modelId="{098EEF58-BE4A-4205-A3D1-3F9A5D14AD06}">
      <dsp:nvSpPr>
        <dsp:cNvPr id="0" name=""/>
        <dsp:cNvSpPr/>
      </dsp:nvSpPr>
      <dsp:spPr>
        <a:xfrm>
          <a:off x="504800" y="54314"/>
          <a:ext cx="706720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124" tIns="0" rIns="267124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Evaluate the model</a:t>
          </a:r>
          <a:endParaRPr lang="en-SG" sz="1600" kern="1200" dirty="0"/>
        </a:p>
      </dsp:txBody>
      <dsp:txXfrm>
        <a:off x="527857" y="77371"/>
        <a:ext cx="7021095" cy="426206"/>
      </dsp:txXfrm>
    </dsp:sp>
    <dsp:sp modelId="{5B0D6773-8027-498F-AC79-813955BC97A3}">
      <dsp:nvSpPr>
        <dsp:cNvPr id="0" name=""/>
        <dsp:cNvSpPr/>
      </dsp:nvSpPr>
      <dsp:spPr>
        <a:xfrm>
          <a:off x="0" y="1243034"/>
          <a:ext cx="10096013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563" tIns="333248" rIns="783563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0" kern="1200" dirty="0"/>
            <a:t>to assess </a:t>
          </a:r>
          <a:r>
            <a:rPr lang="en-SG" sz="1400" b="1" kern="1200" dirty="0"/>
            <a:t>overall ranking quality.</a:t>
          </a:r>
        </a:p>
      </dsp:txBody>
      <dsp:txXfrm>
        <a:off x="0" y="1243034"/>
        <a:ext cx="10096013" cy="630000"/>
      </dsp:txXfrm>
    </dsp:sp>
    <dsp:sp modelId="{13FC86DA-7AB3-4125-869D-911F3266DE2F}">
      <dsp:nvSpPr>
        <dsp:cNvPr id="0" name=""/>
        <dsp:cNvSpPr/>
      </dsp:nvSpPr>
      <dsp:spPr>
        <a:xfrm>
          <a:off x="504800" y="1006874"/>
          <a:ext cx="706720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124" tIns="0" rIns="267124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ROC-AUC</a:t>
          </a:r>
        </a:p>
      </dsp:txBody>
      <dsp:txXfrm>
        <a:off x="527857" y="1029931"/>
        <a:ext cx="7021095" cy="426206"/>
      </dsp:txXfrm>
    </dsp:sp>
    <dsp:sp modelId="{DDB3D809-9B47-49BE-9107-55F458AFA9EC}">
      <dsp:nvSpPr>
        <dsp:cNvPr id="0" name=""/>
        <dsp:cNvSpPr/>
      </dsp:nvSpPr>
      <dsp:spPr>
        <a:xfrm>
          <a:off x="0" y="2195593"/>
          <a:ext cx="10096013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563" tIns="333248" rIns="783563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to </a:t>
          </a:r>
          <a:r>
            <a:rPr lang="en-SG" sz="1400" b="0" kern="1200" dirty="0"/>
            <a:t>measure </a:t>
          </a:r>
          <a:r>
            <a:rPr lang="en-SG" sz="1400" b="1" kern="1200" dirty="0"/>
            <a:t>how many churners are captured within target segments such as the top 10% or 20% of customers.</a:t>
          </a:r>
        </a:p>
      </dsp:txBody>
      <dsp:txXfrm>
        <a:off x="0" y="2195593"/>
        <a:ext cx="10096013" cy="831600"/>
      </dsp:txXfrm>
    </dsp:sp>
    <dsp:sp modelId="{16AE6EC2-5D5B-45CF-A59D-52462F45AB43}">
      <dsp:nvSpPr>
        <dsp:cNvPr id="0" name=""/>
        <dsp:cNvSpPr/>
      </dsp:nvSpPr>
      <dsp:spPr>
        <a:xfrm>
          <a:off x="504800" y="1959434"/>
          <a:ext cx="706720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124" tIns="0" rIns="267124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Top-K% evaluation</a:t>
          </a:r>
        </a:p>
      </dsp:txBody>
      <dsp:txXfrm>
        <a:off x="527857" y="1982491"/>
        <a:ext cx="7021095" cy="426206"/>
      </dsp:txXfrm>
    </dsp:sp>
    <dsp:sp modelId="{2981F39D-A336-4BB9-9956-AE5D996342D5}">
      <dsp:nvSpPr>
        <dsp:cNvPr id="0" name=""/>
        <dsp:cNvSpPr/>
      </dsp:nvSpPr>
      <dsp:spPr>
        <a:xfrm>
          <a:off x="0" y="3349753"/>
          <a:ext cx="10096013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563" tIns="333248" rIns="783563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so </a:t>
          </a:r>
          <a:r>
            <a:rPr lang="en-SG" sz="1400" b="1" kern="1200" dirty="0"/>
            <a:t>evaluation reflects out-of-sample performance</a:t>
          </a:r>
        </a:p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0" i="0" kern="1200" dirty="0"/>
            <a:t> no validation split for this compact illustrative case example</a:t>
          </a:r>
        </a:p>
      </dsp:txBody>
      <dsp:txXfrm>
        <a:off x="0" y="3349753"/>
        <a:ext cx="10096013" cy="882000"/>
      </dsp:txXfrm>
    </dsp:sp>
    <dsp:sp modelId="{F0519E15-B7D6-48BA-B397-B1714BED6080}">
      <dsp:nvSpPr>
        <dsp:cNvPr id="0" name=""/>
        <dsp:cNvSpPr/>
      </dsp:nvSpPr>
      <dsp:spPr>
        <a:xfrm>
          <a:off x="504800" y="3113593"/>
          <a:ext cx="7067209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7124" tIns="0" rIns="267124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kern="1200" dirty="0"/>
            <a:t>Use a train-test split</a:t>
          </a:r>
        </a:p>
      </dsp:txBody>
      <dsp:txXfrm>
        <a:off x="527857" y="3136650"/>
        <a:ext cx="7021095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3DCA9-27B9-4485-9EF2-7672F3A9D815}">
      <dsp:nvSpPr>
        <dsp:cNvPr id="0" name=""/>
        <dsp:cNvSpPr/>
      </dsp:nvSpPr>
      <dsp:spPr>
        <a:xfrm>
          <a:off x="0" y="19933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learns a churn risk model </a:t>
          </a:r>
          <a:r>
            <a:rPr lang="en-SG" sz="1400" kern="1200" dirty="0"/>
            <a:t>from </a:t>
          </a:r>
          <a:r>
            <a:rPr lang="en-SG" sz="1400" b="1" kern="1200" dirty="0"/>
            <a:t>historical customer data.</a:t>
          </a:r>
        </a:p>
      </dsp:txBody>
      <dsp:txXfrm>
        <a:off x="0" y="199330"/>
        <a:ext cx="6291852" cy="573300"/>
      </dsp:txXfrm>
    </dsp:sp>
    <dsp:sp modelId="{36E764A6-17A1-4966-B4DA-101E4459E36D}">
      <dsp:nvSpPr>
        <dsp:cNvPr id="0" name=""/>
        <dsp:cNvSpPr/>
      </dsp:nvSpPr>
      <dsp:spPr>
        <a:xfrm>
          <a:off x="314592" y="745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training</a:t>
          </a:r>
          <a:endParaRPr lang="en-SG" sz="2000" kern="1200" dirty="0"/>
        </a:p>
      </dsp:txBody>
      <dsp:txXfrm>
        <a:off x="333326" y="26184"/>
        <a:ext cx="4366829" cy="346292"/>
      </dsp:txXfrm>
    </dsp:sp>
    <dsp:sp modelId="{0015AC33-EE3C-46AF-823F-B68E35675FAF}">
      <dsp:nvSpPr>
        <dsp:cNvPr id="0" name=""/>
        <dsp:cNvSpPr/>
      </dsp:nvSpPr>
      <dsp:spPr>
        <a:xfrm>
          <a:off x="0" y="103471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the model to </a:t>
          </a:r>
          <a:r>
            <a:rPr lang="en-SG" sz="1400" b="1" kern="1200" dirty="0"/>
            <a:t>reflect changes in customer behaviour.</a:t>
          </a:r>
          <a:endParaRPr lang="en-SG" sz="1400" kern="1200" dirty="0"/>
        </a:p>
      </dsp:txBody>
      <dsp:txXfrm>
        <a:off x="0" y="1034710"/>
        <a:ext cx="6291852" cy="573300"/>
      </dsp:txXfrm>
    </dsp:sp>
    <dsp:sp modelId="{6AB3107F-F726-47ED-BE8B-03DB3A08866F}">
      <dsp:nvSpPr>
        <dsp:cNvPr id="0" name=""/>
        <dsp:cNvSpPr/>
      </dsp:nvSpPr>
      <dsp:spPr>
        <a:xfrm>
          <a:off x="314592" y="84283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Periodically retrain </a:t>
          </a:r>
          <a:r>
            <a:rPr lang="en-SG" sz="1000" b="0" kern="1200" dirty="0"/>
            <a:t>(not implemented here)</a:t>
          </a:r>
          <a:endParaRPr lang="en-SG" sz="1000" kern="1200" dirty="0"/>
        </a:p>
      </dsp:txBody>
      <dsp:txXfrm>
        <a:off x="333326" y="861564"/>
        <a:ext cx="4366829" cy="346292"/>
      </dsp:txXfrm>
    </dsp:sp>
    <dsp:sp modelId="{E6739AA9-A3F5-4776-953F-276D1191D144}">
      <dsp:nvSpPr>
        <dsp:cNvPr id="0" name=""/>
        <dsp:cNvSpPr/>
      </dsp:nvSpPr>
      <dsp:spPr>
        <a:xfrm>
          <a:off x="0" y="187009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assigns </a:t>
          </a:r>
          <a:r>
            <a:rPr lang="en-SG" sz="1400" kern="1200" dirty="0"/>
            <a:t>each customer a </a:t>
          </a:r>
          <a:r>
            <a:rPr lang="en-SG" sz="1400" b="1" kern="1200" dirty="0"/>
            <a:t>churn probability.</a:t>
          </a:r>
          <a:endParaRPr lang="en-SG" sz="1400" kern="1200" dirty="0"/>
        </a:p>
      </dsp:txBody>
      <dsp:txXfrm>
        <a:off x="0" y="1870090"/>
        <a:ext cx="6291852" cy="573300"/>
      </dsp:txXfrm>
    </dsp:sp>
    <dsp:sp modelId="{0F89FA63-9572-4E2E-A99D-6E4F146A4869}">
      <dsp:nvSpPr>
        <dsp:cNvPr id="0" name=""/>
        <dsp:cNvSpPr/>
      </dsp:nvSpPr>
      <dsp:spPr>
        <a:xfrm>
          <a:off x="314592" y="167821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Risk Scoring</a:t>
          </a:r>
          <a:endParaRPr lang="en-SG" sz="2000" kern="1200" dirty="0"/>
        </a:p>
      </dsp:txBody>
      <dsp:txXfrm>
        <a:off x="333326" y="1696944"/>
        <a:ext cx="4366829" cy="346292"/>
      </dsp:txXfrm>
    </dsp:sp>
    <dsp:sp modelId="{E11EC25D-5807-4290-B496-C3ADAF1B2514}">
      <dsp:nvSpPr>
        <dsp:cNvPr id="0" name=""/>
        <dsp:cNvSpPr/>
      </dsp:nvSpPr>
      <dsp:spPr>
        <a:xfrm>
          <a:off x="0" y="270547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b="1" kern="1200" dirty="0"/>
            <a:t>orders </a:t>
          </a:r>
          <a:r>
            <a:rPr lang="en-SG" sz="1400" kern="1200" dirty="0"/>
            <a:t>customers from </a:t>
          </a:r>
          <a:r>
            <a:rPr lang="en-SG" sz="1400" b="1" kern="1200" dirty="0"/>
            <a:t>highest risk to lowest risk.</a:t>
          </a:r>
          <a:endParaRPr lang="en-SG" sz="1400" kern="1200" dirty="0"/>
        </a:p>
      </dsp:txBody>
      <dsp:txXfrm>
        <a:off x="0" y="2705470"/>
        <a:ext cx="6291852" cy="573300"/>
      </dsp:txXfrm>
    </dsp:sp>
    <dsp:sp modelId="{337C172A-0F11-46C7-9F36-39E1B31326BF}">
      <dsp:nvSpPr>
        <dsp:cNvPr id="0" name=""/>
        <dsp:cNvSpPr/>
      </dsp:nvSpPr>
      <dsp:spPr>
        <a:xfrm>
          <a:off x="314592" y="251359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</a:t>
          </a:r>
          <a:endParaRPr lang="en-SG" sz="2000" kern="1200" dirty="0"/>
        </a:p>
      </dsp:txBody>
      <dsp:txXfrm>
        <a:off x="333326" y="2532324"/>
        <a:ext cx="4366829" cy="346292"/>
      </dsp:txXfrm>
    </dsp:sp>
    <dsp:sp modelId="{CD59ACE8-7D59-4F3D-BA52-17F554211FC1}">
      <dsp:nvSpPr>
        <dsp:cNvPr id="0" name=""/>
        <dsp:cNvSpPr/>
      </dsp:nvSpPr>
      <dsp:spPr>
        <a:xfrm>
          <a:off x="0" y="354085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chooses the </a:t>
          </a:r>
          <a:r>
            <a:rPr lang="en-SG" sz="1400" b="1" kern="1200" dirty="0"/>
            <a:t>top segment based on capacity and budget.</a:t>
          </a:r>
        </a:p>
      </dsp:txBody>
      <dsp:txXfrm>
        <a:off x="0" y="3540850"/>
        <a:ext cx="6291852" cy="573300"/>
      </dsp:txXfrm>
    </dsp:sp>
    <dsp:sp modelId="{3ED1DD18-467D-4FA5-887D-22B85F20B566}">
      <dsp:nvSpPr>
        <dsp:cNvPr id="0" name=""/>
        <dsp:cNvSpPr/>
      </dsp:nvSpPr>
      <dsp:spPr>
        <a:xfrm>
          <a:off x="314592" y="334897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Campaign selection</a:t>
          </a:r>
          <a:endParaRPr lang="en-SG" sz="2000" kern="1200" dirty="0"/>
        </a:p>
      </dsp:txBody>
      <dsp:txXfrm>
        <a:off x="333326" y="3367704"/>
        <a:ext cx="4366829" cy="346292"/>
      </dsp:txXfrm>
    </dsp:sp>
    <dsp:sp modelId="{6E44D9C8-612D-48C4-A1F5-B35EB236BF5C}">
      <dsp:nvSpPr>
        <dsp:cNvPr id="0" name=""/>
        <dsp:cNvSpPr/>
      </dsp:nvSpPr>
      <dsp:spPr>
        <a:xfrm>
          <a:off x="0" y="4376230"/>
          <a:ext cx="6291852" cy="573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8318" tIns="270764" rIns="488318" bIns="99568" numCol="1" spcCol="1270" anchor="t" anchorCtr="0">
          <a:noAutofit/>
        </a:bodyPr>
        <a:lstStyle/>
        <a:p>
          <a:pPr marL="114300" lvl="1" indent="-11430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400" kern="1200" dirty="0"/>
            <a:t>can </a:t>
          </a:r>
          <a:r>
            <a:rPr lang="en-SG" sz="1400" b="1" kern="1200" dirty="0"/>
            <a:t>further prioritize high-risk, high-value customers.</a:t>
          </a:r>
          <a:endParaRPr lang="en-SG" sz="1400" kern="1200" dirty="0"/>
        </a:p>
      </dsp:txBody>
      <dsp:txXfrm>
        <a:off x="0" y="4376230"/>
        <a:ext cx="6291852" cy="573300"/>
      </dsp:txXfrm>
    </dsp:sp>
    <dsp:sp modelId="{5A467C53-D8CA-4623-B69F-62B06F4C19F3}">
      <dsp:nvSpPr>
        <dsp:cNvPr id="0" name=""/>
        <dsp:cNvSpPr/>
      </dsp:nvSpPr>
      <dsp:spPr>
        <a:xfrm>
          <a:off x="314592" y="4184350"/>
          <a:ext cx="4404297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472" tIns="0" rIns="16647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Business rules </a:t>
          </a:r>
          <a:r>
            <a:rPr lang="en-SG" sz="1000" b="0" kern="1200" dirty="0"/>
            <a:t>(not implemented here)</a:t>
          </a:r>
          <a:endParaRPr lang="en-SG" sz="1000" kern="1200" dirty="0"/>
        </a:p>
      </dsp:txBody>
      <dsp:txXfrm>
        <a:off x="333326" y="4203084"/>
        <a:ext cx="4366829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D8FBB-21B5-4CDA-BEFE-64988D733F5C}">
      <dsp:nvSpPr>
        <dsp:cNvPr id="0" name=""/>
        <dsp:cNvSpPr/>
      </dsp:nvSpPr>
      <dsp:spPr>
        <a:xfrm>
          <a:off x="0" y="199804"/>
          <a:ext cx="7428216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512" tIns="249936" rIns="57651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kern="1200" dirty="0"/>
            <a:t>The </a:t>
          </a:r>
          <a:r>
            <a:rPr lang="en-SG" sz="1400" b="1" kern="1200" dirty="0"/>
            <a:t>main business use is prioritization</a:t>
          </a:r>
          <a:r>
            <a:rPr lang="en-SG" sz="1400" kern="1200" dirty="0"/>
            <a:t>, so </a:t>
          </a:r>
          <a:r>
            <a:rPr lang="en-SG" sz="1400" b="1" kern="1200" dirty="0"/>
            <a:t>ranking quality matters more than a binary label alone.</a:t>
          </a:r>
        </a:p>
      </dsp:txBody>
      <dsp:txXfrm>
        <a:off x="0" y="199804"/>
        <a:ext cx="7428216" cy="756000"/>
      </dsp:txXfrm>
    </dsp:sp>
    <dsp:sp modelId="{8B8F4680-CA2C-4C4D-84F6-6BE1D156C9DB}">
      <dsp:nvSpPr>
        <dsp:cNvPr id="0" name=""/>
        <dsp:cNvSpPr/>
      </dsp:nvSpPr>
      <dsp:spPr>
        <a:xfrm>
          <a:off x="371410" y="22684"/>
          <a:ext cx="5199751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38" tIns="0" rIns="19653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Ranking vs classification</a:t>
          </a:r>
          <a:endParaRPr lang="en-SG" sz="2000" kern="1200" dirty="0"/>
        </a:p>
      </dsp:txBody>
      <dsp:txXfrm>
        <a:off x="388703" y="39977"/>
        <a:ext cx="5165165" cy="319654"/>
      </dsp:txXfrm>
    </dsp:sp>
    <dsp:sp modelId="{F63E34ED-7F6A-42F1-85CD-B80F877172A9}">
      <dsp:nvSpPr>
        <dsp:cNvPr id="0" name=""/>
        <dsp:cNvSpPr/>
      </dsp:nvSpPr>
      <dsp:spPr>
        <a:xfrm>
          <a:off x="0" y="1197724"/>
          <a:ext cx="7428216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512" tIns="249936" rIns="57651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Simpler models are easier to explain and operationalize</a:t>
          </a:r>
          <a:r>
            <a:rPr lang="en-SG" sz="1400" kern="1200" dirty="0"/>
            <a:t>, while more </a:t>
          </a:r>
          <a:r>
            <a:rPr lang="en-SG" sz="1400" b="1" kern="1200" dirty="0"/>
            <a:t>complex models may improve performance but add maintenance cost.</a:t>
          </a:r>
        </a:p>
      </dsp:txBody>
      <dsp:txXfrm>
        <a:off x="0" y="1197724"/>
        <a:ext cx="7428216" cy="756000"/>
      </dsp:txXfrm>
    </dsp:sp>
    <dsp:sp modelId="{8B6B8C49-65EC-4591-928A-F1DF94FFDE86}">
      <dsp:nvSpPr>
        <dsp:cNvPr id="0" name=""/>
        <dsp:cNvSpPr/>
      </dsp:nvSpPr>
      <dsp:spPr>
        <a:xfrm>
          <a:off x="371410" y="1020604"/>
          <a:ext cx="5199751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38" tIns="0" rIns="19653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Interpretability vs complexity</a:t>
          </a:r>
          <a:endParaRPr lang="en-SG" sz="2000" kern="1200" dirty="0"/>
        </a:p>
      </dsp:txBody>
      <dsp:txXfrm>
        <a:off x="388703" y="1037897"/>
        <a:ext cx="5165165" cy="319654"/>
      </dsp:txXfrm>
    </dsp:sp>
    <dsp:sp modelId="{2AEAA69F-2E8B-4685-BE59-BA6FEB0DBB67}">
      <dsp:nvSpPr>
        <dsp:cNvPr id="0" name=""/>
        <dsp:cNvSpPr/>
      </dsp:nvSpPr>
      <dsp:spPr>
        <a:xfrm>
          <a:off x="0" y="2195644"/>
          <a:ext cx="7428216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512" tIns="249936" rIns="57651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Churn risk alone is useful</a:t>
          </a:r>
          <a:r>
            <a:rPr lang="en-SG" sz="1400" kern="1200" dirty="0"/>
            <a:t>, but </a:t>
          </a:r>
          <a:r>
            <a:rPr lang="en-SG" sz="1400" b="1" kern="1200" dirty="0"/>
            <a:t>production decisions should also consider customer value and intervention cost.</a:t>
          </a:r>
        </a:p>
      </dsp:txBody>
      <dsp:txXfrm>
        <a:off x="0" y="2195644"/>
        <a:ext cx="7428216" cy="756000"/>
      </dsp:txXfrm>
    </dsp:sp>
    <dsp:sp modelId="{C794DCD0-CF00-454C-B1D7-499A53B4557A}">
      <dsp:nvSpPr>
        <dsp:cNvPr id="0" name=""/>
        <dsp:cNvSpPr/>
      </dsp:nvSpPr>
      <dsp:spPr>
        <a:xfrm>
          <a:off x="371410" y="2018524"/>
          <a:ext cx="5199751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38" tIns="0" rIns="19653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Risk vs value</a:t>
          </a:r>
          <a:endParaRPr lang="en-SG" sz="2000" kern="1200" dirty="0"/>
        </a:p>
      </dsp:txBody>
      <dsp:txXfrm>
        <a:off x="388703" y="2035817"/>
        <a:ext cx="5165165" cy="319654"/>
      </dsp:txXfrm>
    </dsp:sp>
    <dsp:sp modelId="{C5619156-51C5-47D1-A55A-CBFA4E0C71B6}">
      <dsp:nvSpPr>
        <dsp:cNvPr id="0" name=""/>
        <dsp:cNvSpPr/>
      </dsp:nvSpPr>
      <dsp:spPr>
        <a:xfrm>
          <a:off x="0" y="3193564"/>
          <a:ext cx="7428216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512" tIns="249936" rIns="57651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Good offline metrics are helpful</a:t>
          </a:r>
          <a:r>
            <a:rPr lang="en-SG" sz="1400" kern="1200" dirty="0"/>
            <a:t>, but the </a:t>
          </a:r>
          <a:r>
            <a:rPr lang="en-SG" sz="1400" b="1" kern="1200" dirty="0"/>
            <a:t>real test is whether targeted outreach improves retention outcomes.</a:t>
          </a:r>
        </a:p>
      </dsp:txBody>
      <dsp:txXfrm>
        <a:off x="0" y="3193564"/>
        <a:ext cx="7428216" cy="756000"/>
      </dsp:txXfrm>
    </dsp:sp>
    <dsp:sp modelId="{F462B781-B386-43CD-8197-299DB096FEAA}">
      <dsp:nvSpPr>
        <dsp:cNvPr id="0" name=""/>
        <dsp:cNvSpPr/>
      </dsp:nvSpPr>
      <dsp:spPr>
        <a:xfrm>
          <a:off x="371410" y="3016444"/>
          <a:ext cx="5199751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38" tIns="0" rIns="19653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Offline vs business impact</a:t>
          </a:r>
          <a:endParaRPr lang="en-SG" sz="2000" kern="1200" dirty="0"/>
        </a:p>
      </dsp:txBody>
      <dsp:txXfrm>
        <a:off x="388703" y="3033737"/>
        <a:ext cx="5165165" cy="319654"/>
      </dsp:txXfrm>
    </dsp:sp>
    <dsp:sp modelId="{E710EC2F-E1F8-4C39-8521-7B5E4CAB17EF}">
      <dsp:nvSpPr>
        <dsp:cNvPr id="0" name=""/>
        <dsp:cNvSpPr/>
      </dsp:nvSpPr>
      <dsp:spPr>
        <a:xfrm>
          <a:off x="0" y="4191484"/>
          <a:ext cx="7428216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6512" tIns="249936" rIns="576512" bIns="99568" numCol="1" spcCol="1270" anchor="t" anchorCtr="0">
          <a:noAutofit/>
        </a:bodyPr>
        <a:lstStyle/>
        <a:p>
          <a:pPr marL="0" lvl="1" indent="0" algn="ju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None/>
          </a:pPr>
          <a:r>
            <a:rPr lang="en-SG" sz="1400" b="1" kern="1200" dirty="0"/>
            <a:t>Without intervention-response data, </a:t>
          </a:r>
          <a:r>
            <a:rPr lang="en-SG" sz="1400" kern="1200" dirty="0"/>
            <a:t>the </a:t>
          </a:r>
          <a:r>
            <a:rPr lang="en-SG" sz="1400" b="1" kern="1200" dirty="0"/>
            <a:t>model can rank risk but cannot directly recommend the best retention action.</a:t>
          </a:r>
        </a:p>
      </dsp:txBody>
      <dsp:txXfrm>
        <a:off x="0" y="4191484"/>
        <a:ext cx="7428216" cy="756000"/>
      </dsp:txXfrm>
    </dsp:sp>
    <dsp:sp modelId="{DF614574-EFC1-4289-910B-E8B42A67CD14}">
      <dsp:nvSpPr>
        <dsp:cNvPr id="0" name=""/>
        <dsp:cNvSpPr/>
      </dsp:nvSpPr>
      <dsp:spPr>
        <a:xfrm>
          <a:off x="371410" y="4014364"/>
          <a:ext cx="5199751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38" tIns="0" rIns="196538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Limitation</a:t>
          </a:r>
          <a:endParaRPr lang="en-SG" sz="2000" kern="1200" dirty="0"/>
        </a:p>
      </dsp:txBody>
      <dsp:txXfrm>
        <a:off x="388703" y="4031657"/>
        <a:ext cx="5165165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C9D51-1296-4187-AD8A-6EC5AF252A49}">
      <dsp:nvSpPr>
        <dsp:cNvPr id="0" name=""/>
        <dsp:cNvSpPr/>
      </dsp:nvSpPr>
      <dsp:spPr>
        <a:xfrm>
          <a:off x="0" y="318276"/>
          <a:ext cx="7712782" cy="119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598" tIns="416560" rIns="59859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rank </a:t>
          </a:r>
          <a:r>
            <a:rPr lang="en-SG" sz="1400" kern="1200" dirty="0"/>
            <a:t>customers </a:t>
          </a:r>
          <a:r>
            <a:rPr lang="en-SG" sz="1400" b="1" kern="1200" dirty="0"/>
            <a:t>by predicted churn risk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target </a:t>
          </a:r>
          <a:r>
            <a:rPr lang="en-SG" sz="1400" kern="1200" dirty="0"/>
            <a:t>the </a:t>
          </a:r>
          <a:r>
            <a:rPr lang="en-SG" sz="1400" b="1" kern="1200" dirty="0"/>
            <a:t>top X% segment </a:t>
          </a:r>
          <a:r>
            <a:rPr lang="en-SG" sz="1400" kern="1200" dirty="0"/>
            <a:t>based on campaign capacity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b="1" kern="1200" dirty="0"/>
            <a:t> prioritize high-risk </a:t>
          </a:r>
          <a:r>
            <a:rPr lang="en-SG" sz="1400" kern="1200" dirty="0"/>
            <a:t>and </a:t>
          </a:r>
          <a:r>
            <a:rPr lang="en-SG" sz="1400" b="1" kern="1200" dirty="0"/>
            <a:t>high-value</a:t>
          </a:r>
          <a:r>
            <a:rPr lang="en-SG" sz="1400" kern="1200" dirty="0"/>
            <a:t> customers</a:t>
          </a:r>
        </a:p>
      </dsp:txBody>
      <dsp:txXfrm>
        <a:off x="0" y="318276"/>
        <a:ext cx="7712782" cy="1197000"/>
      </dsp:txXfrm>
    </dsp:sp>
    <dsp:sp modelId="{92B5904A-5BCF-42A5-8758-6FEF62C3E75F}">
      <dsp:nvSpPr>
        <dsp:cNvPr id="0" name=""/>
        <dsp:cNvSpPr/>
      </dsp:nvSpPr>
      <dsp:spPr>
        <a:xfrm>
          <a:off x="385639" y="23076"/>
          <a:ext cx="5398947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067" tIns="0" rIns="20406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Adopt a ranking-first retention strategy</a:t>
          </a:r>
        </a:p>
      </dsp:txBody>
      <dsp:txXfrm>
        <a:off x="414460" y="51897"/>
        <a:ext cx="5341305" cy="532758"/>
      </dsp:txXfrm>
    </dsp:sp>
    <dsp:sp modelId="{7AEF46FD-62AE-4766-B9A1-C632C5B57922}">
      <dsp:nvSpPr>
        <dsp:cNvPr id="0" name=""/>
        <dsp:cNvSpPr/>
      </dsp:nvSpPr>
      <dsp:spPr>
        <a:xfrm>
          <a:off x="0" y="1918476"/>
          <a:ext cx="7712782" cy="913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8598" tIns="416560" rIns="59859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SG" sz="1400" kern="1200" dirty="0"/>
            <a:t> aligns directly with business action and helps </a:t>
          </a:r>
          <a:r>
            <a:rPr lang="en-SG" sz="1400" b="1" kern="1200" dirty="0"/>
            <a:t>maximize retention impact under budget constraints.</a:t>
          </a:r>
        </a:p>
      </dsp:txBody>
      <dsp:txXfrm>
        <a:off x="0" y="1918476"/>
        <a:ext cx="7712782" cy="913500"/>
      </dsp:txXfrm>
    </dsp:sp>
    <dsp:sp modelId="{E995963C-573A-41A8-AC59-1660BD0E2CA4}">
      <dsp:nvSpPr>
        <dsp:cNvPr id="0" name=""/>
        <dsp:cNvSpPr/>
      </dsp:nvSpPr>
      <dsp:spPr>
        <a:xfrm>
          <a:off x="385639" y="1623276"/>
          <a:ext cx="5398947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067" tIns="0" rIns="20406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1" kern="1200" dirty="0"/>
            <a:t>Model Evaluation</a:t>
          </a:r>
          <a:endParaRPr lang="en-SG" sz="2000" kern="1200" dirty="0"/>
        </a:p>
      </dsp:txBody>
      <dsp:txXfrm>
        <a:off x="414460" y="1652097"/>
        <a:ext cx="5341305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0FFE86-F4EF-4C24-B61E-A4ACE1AB3F28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4CBF0-980A-4FF3-AD95-D6CF6BA3A3F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2856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38722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B4CBF0-980A-4FF3-AD95-D6CF6BA3A3F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012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94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22438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1775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4013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27082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8488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704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2311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2766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043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545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4412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6332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921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784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10676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04153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SG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CC2BE-6A0F-4071-BFB7-8FB97E7BF62D}" type="datetimeFigureOut">
              <a:rPr lang="en-SG" smtClean="0"/>
              <a:t>31/3/2026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804B0EE-DF70-4A1D-B353-9C9AA3FEA6B3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724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DD8EE-4A4E-AE1D-1443-D9E6D755C6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229475" cy="2262781"/>
          </a:xfrm>
        </p:spPr>
        <p:txBody>
          <a:bodyPr>
            <a:normAutofit/>
          </a:bodyPr>
          <a:lstStyle/>
          <a:p>
            <a:r>
              <a:rPr lang="en-SG" sz="4000" b="1" i="1" dirty="0"/>
              <a:t>Churn Prediction: </a:t>
            </a:r>
            <a:br>
              <a:rPr lang="en-SG" sz="4000" b="1" i="1" dirty="0"/>
            </a:br>
            <a:r>
              <a:rPr lang="en-SG" sz="4000" b="1" i="1" dirty="0"/>
              <a:t>Ranking‑First Retention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212E8D-C4DD-0399-1AF7-039FA531A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SG" sz="1600" i="1" dirty="0"/>
              <a:t>IBM Telco Customer Churn</a:t>
            </a:r>
          </a:p>
        </p:txBody>
      </p:sp>
    </p:spTree>
    <p:extLst>
      <p:ext uri="{BB962C8B-B14F-4D97-AF65-F5344CB8AC3E}">
        <p14:creationId xmlns:p14="http://schemas.microsoft.com/office/powerpoint/2010/main" val="3841121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C3591-7E63-307E-B3E5-2FBF7C7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8D22-B4F1-D7DF-1D28-A2A86421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Business &amp; Dataset Context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B09708-EB53-E9B6-4347-131B3EC84CA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65081731"/>
              </p:ext>
            </p:extLst>
          </p:nvPr>
        </p:nvGraphicFramePr>
        <p:xfrm>
          <a:off x="1403945" y="1905000"/>
          <a:ext cx="9209260" cy="293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2885B-0ED2-D45F-751D-9628292BB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76BEF8-A849-EB01-2C33-63B32209D73C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1841C3-5978-63C1-A80B-B2D440067171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234237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EFFE-3BC9-746E-B55A-3FF3FF02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F732-C230-1953-65BD-4DD8EB17E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080" y="624110"/>
            <a:ext cx="9721531" cy="1280890"/>
          </a:xfrm>
        </p:spPr>
        <p:txBody>
          <a:bodyPr/>
          <a:lstStyle/>
          <a:p>
            <a:r>
              <a:rPr lang="en-SG" dirty="0"/>
              <a:t>Problem Framing &amp; Hypothesis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ACB75-412F-D05F-F8CF-9F4A4A09B76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81109067"/>
              </p:ext>
            </p:extLst>
          </p:nvPr>
        </p:nvGraphicFramePr>
        <p:xfrm>
          <a:off x="1557268" y="1432216"/>
          <a:ext cx="8620998" cy="4280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1FE441-AE6F-0A0D-B4C4-A8DADB82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C72A01C-42C2-875E-F216-DE24BE729E8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B26C60F-7441-3A8E-7328-70D98FB1DE8C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661094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5121-162D-0EE2-14F8-4AF02231F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9E74-BAAA-2E19-FA0C-FCCCE39FE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Metric &amp; Validation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1654C2-F57A-201C-E98E-D84A91A1C34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31351673"/>
              </p:ext>
            </p:extLst>
          </p:nvPr>
        </p:nvGraphicFramePr>
        <p:xfrm>
          <a:off x="1513785" y="1467461"/>
          <a:ext cx="10096013" cy="4286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C7C5B-6226-AB56-456C-76DE129E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418D3DE-26C5-D8CE-7D02-F72A1B27E59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49D67A7-E12E-E945-CA7C-54232176234E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8501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DEB08-80DF-710A-FF99-DF2213F36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3D82-12AF-F297-25C5-A289FD47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2B85-9E95-C5D9-0287-8638AC5A6BA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/>
            <a:r>
              <a:rPr lang="en-SG" sz="1600" b="1" dirty="0"/>
              <a:t>Logistic Regression </a:t>
            </a:r>
            <a:r>
              <a:rPr lang="en-SG" sz="1600" dirty="0"/>
              <a:t>—  </a:t>
            </a:r>
            <a:r>
              <a:rPr lang="en-SG" sz="1600" b="1" dirty="0"/>
              <a:t>Baseline Model</a:t>
            </a:r>
          </a:p>
          <a:p>
            <a:pPr lvl="0" algn="just"/>
            <a:r>
              <a:rPr lang="en-SG" sz="1600" b="1" dirty="0" err="1"/>
              <a:t>XGBoost</a:t>
            </a:r>
            <a:r>
              <a:rPr lang="en-SG" sz="1600" b="1" dirty="0"/>
              <a:t> </a:t>
            </a:r>
            <a:r>
              <a:rPr lang="en-SG" sz="1600" dirty="0"/>
              <a:t>— </a:t>
            </a:r>
            <a:r>
              <a:rPr lang="en-SG" sz="1600" b="1" dirty="0"/>
              <a:t>Comparison Model</a:t>
            </a:r>
          </a:p>
          <a:p>
            <a:pPr lvl="0" algn="just"/>
            <a:r>
              <a:rPr lang="en-SG" sz="1600" b="1" dirty="0"/>
              <a:t>Start with a simple, interpretable baseline first; </a:t>
            </a:r>
            <a:r>
              <a:rPr lang="en-SG" sz="1600" dirty="0"/>
              <a:t>only prefer a more </a:t>
            </a:r>
            <a:r>
              <a:rPr lang="en-SG" sz="1600" b="1" dirty="0"/>
              <a:t>complex model if it clearly improves </a:t>
            </a:r>
            <a:r>
              <a:rPr lang="en-SG" sz="1600" dirty="0"/>
              <a:t>ranking quality or business usefulness.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97EE382-71EE-5FAA-7B83-A0890F7A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335376A-0A7A-E506-BB19-7EF46CD2D335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066C4C3-C2AF-F59C-4D72-D440644EA48C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719394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D948B-F930-47FC-B923-07C47792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C205851-4A2E-12D6-5715-693731C44B5E}"/>
              </a:ext>
            </a:extLst>
          </p:cNvPr>
          <p:cNvSpPr txBox="1">
            <a:spLocks/>
          </p:cNvSpPr>
          <p:nvPr/>
        </p:nvSpPr>
        <p:spPr>
          <a:xfrm>
            <a:off x="2592924" y="624111"/>
            <a:ext cx="8911687" cy="624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2006A4FC-8659-BFC6-ADED-4B07EFD3BE41}"/>
              </a:ext>
            </a:extLst>
          </p:cNvPr>
          <p:cNvSpPr txBox="1">
            <a:spLocks/>
          </p:cNvSpPr>
          <p:nvPr/>
        </p:nvSpPr>
        <p:spPr>
          <a:xfrm>
            <a:off x="1597632" y="4373326"/>
            <a:ext cx="5993431" cy="20098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u="sng" dirty="0"/>
              <a:t>Model Evaluation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/>
              <a:t>Default 0.50 threshold cutoff </a:t>
            </a:r>
            <a:r>
              <a:rPr lang="en-SG" sz="1400" dirty="0"/>
              <a:t>on test split (predict churn if probability &gt;= 0.5)</a:t>
            </a:r>
            <a:endParaRPr lang="en-SG" sz="1400" dirty="0">
              <a:solidFill>
                <a:schemeClr val="tx1"/>
              </a:solidFill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Logistic Regression</a:t>
            </a:r>
            <a:r>
              <a:rPr lang="en-SG" sz="1400" dirty="0">
                <a:solidFill>
                  <a:schemeClr val="tx1"/>
                </a:solidFill>
              </a:rPr>
              <a:t> slightly outperforms </a:t>
            </a:r>
            <a:r>
              <a:rPr lang="en-SG" sz="1400" b="1" dirty="0" err="1">
                <a:solidFill>
                  <a:schemeClr val="tx1"/>
                </a:solidFill>
              </a:rPr>
              <a:t>XGBoost</a:t>
            </a:r>
            <a:r>
              <a:rPr lang="en-SG" sz="1400" b="1" dirty="0">
                <a:solidFill>
                  <a:schemeClr val="tx1"/>
                </a:solidFill>
              </a:rPr>
              <a:t> </a:t>
            </a:r>
            <a:r>
              <a:rPr lang="en-SG" sz="1400" dirty="0">
                <a:solidFill>
                  <a:schemeClr val="tx1"/>
                </a:solidFill>
              </a:rPr>
              <a:t>on</a:t>
            </a:r>
            <a:r>
              <a:rPr lang="en-SG" sz="1400" b="1" dirty="0">
                <a:solidFill>
                  <a:schemeClr val="tx1"/>
                </a:solidFill>
              </a:rPr>
              <a:t> ROC-AUC </a:t>
            </a:r>
            <a:r>
              <a:rPr lang="en-SG" sz="1400" dirty="0">
                <a:solidFill>
                  <a:schemeClr val="tx1"/>
                </a:solidFill>
              </a:rPr>
              <a:t>(0.846 vs 0.841)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>
                <a:solidFill>
                  <a:schemeClr val="tx1"/>
                </a:solidFill>
              </a:rPr>
              <a:t>Better at ranking churners near the top of the list → preferred for targeting</a:t>
            </a:r>
            <a:endParaRPr lang="en-SG" sz="1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F723062-AC58-40BC-4079-F7CCDA5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B2A03-9DA3-5827-8767-C554B849055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23C67B-64AB-F63D-8AFB-C594A1F37017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943975-7DF6-5834-EC7A-88A68A912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60" y="1248943"/>
            <a:ext cx="7916237" cy="303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5ED0BC-75F9-44C7-03B7-E5C091F95535}"/>
              </a:ext>
            </a:extLst>
          </p:cNvPr>
          <p:cNvSpPr txBox="1">
            <a:spLocks/>
          </p:cNvSpPr>
          <p:nvPr/>
        </p:nvSpPr>
        <p:spPr>
          <a:xfrm>
            <a:off x="7993294" y="4660304"/>
            <a:ext cx="4006922" cy="1838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SG" sz="1400" b="1" dirty="0"/>
              <a:t>Logistic Regression Model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/>
              <a:t>Identifies </a:t>
            </a:r>
            <a:r>
              <a:rPr lang="en-SG" sz="1400" b="1" dirty="0"/>
              <a:t>371 churners, 949 non-churners correctly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/>
              <a:t>Misses </a:t>
            </a:r>
            <a:r>
              <a:rPr lang="en-SG" sz="1400" b="1" dirty="0"/>
              <a:t>96 churners (lost opportunities)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SG" sz="1400" dirty="0"/>
              <a:t>Flags </a:t>
            </a:r>
            <a:r>
              <a:rPr lang="en-SG" sz="1400" b="1" dirty="0"/>
              <a:t>345 non-churners incorrectly (unnecessary outreach)</a:t>
            </a:r>
            <a:endParaRPr lang="en-SG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056B83-826A-5D95-C849-7913C0D64D62}"/>
              </a:ext>
            </a:extLst>
          </p:cNvPr>
          <p:cNvSpPr txBox="1"/>
          <p:nvPr/>
        </p:nvSpPr>
        <p:spPr>
          <a:xfrm>
            <a:off x="9041258" y="1523463"/>
            <a:ext cx="2568539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SG" sz="1400" b="1" dirty="0"/>
              <a:t>Takeaway: </a:t>
            </a:r>
            <a:r>
              <a:rPr lang="en-SG" sz="1400" dirty="0"/>
              <a:t>Select </a:t>
            </a:r>
            <a:r>
              <a:rPr lang="en-SG" sz="1400" b="1" dirty="0"/>
              <a:t>Logistic Regression </a:t>
            </a:r>
            <a:r>
              <a:rPr lang="en-SG" sz="1400" dirty="0"/>
              <a:t>— slightly better ranking performance and relationships between inputs and outputs are more interpretable</a:t>
            </a:r>
            <a:endParaRPr lang="en-SG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03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0C453-1F34-7908-694D-C8C189B5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77F6A1AC-A343-A885-3DDF-445526D1C449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47BA7136-2FE8-3CD2-8248-67E02233F8AC}"/>
              </a:ext>
            </a:extLst>
          </p:cNvPr>
          <p:cNvSpPr txBox="1">
            <a:spLocks/>
          </p:cNvSpPr>
          <p:nvPr/>
        </p:nvSpPr>
        <p:spPr>
          <a:xfrm>
            <a:off x="7391421" y="1752098"/>
            <a:ext cx="4415310" cy="30767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None/>
            </a:pPr>
            <a:r>
              <a:rPr lang="en-SG" sz="1400" b="1" u="sng" dirty="0"/>
              <a:t>Top-K% Campaign Policy Evaluation</a:t>
            </a:r>
            <a:endParaRPr lang="en-SG" sz="1400" b="1" dirty="0">
              <a:solidFill>
                <a:schemeClr val="tx1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SG" sz="1400" b="1" dirty="0">
                <a:solidFill>
                  <a:schemeClr val="tx1"/>
                </a:solidFill>
              </a:rPr>
              <a:t>Budget-Constrained Scenario: Top 20% highest-risk customers contain about 50% of actual churners </a:t>
            </a:r>
            <a:r>
              <a:rPr lang="en-SG" sz="1400" dirty="0">
                <a:solidFill>
                  <a:schemeClr val="tx1"/>
                </a:solidFill>
              </a:rPr>
              <a:t>and roughly `$229k` (`56%` of annualized churn revenue).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9E38E99-9A6A-ABA7-FD29-04EF7F2D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77" y="1396571"/>
            <a:ext cx="6762750" cy="456247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3338089-1345-1D9D-64C7-AFB597C69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DEE53-5B46-3918-D7D8-3A3EC0480C20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0BCCC03-AE69-5403-050E-C2E2CEDAA2F1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506B77-B456-47E5-97B6-A040722DC739}"/>
              </a:ext>
            </a:extLst>
          </p:cNvPr>
          <p:cNvSpPr txBox="1"/>
          <p:nvPr/>
        </p:nvSpPr>
        <p:spPr>
          <a:xfrm>
            <a:off x="7468789" y="3290475"/>
            <a:ext cx="4337942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SG" sz="1400" b="1" dirty="0"/>
              <a:t>Takeaway: </a:t>
            </a:r>
            <a:r>
              <a:rPr lang="en-SG" sz="1400" dirty="0"/>
              <a:t>Targeting Top-K% customers capture top segment of churners which enables prioritized retention intervention when budget or outreach capacity is limited.</a:t>
            </a:r>
          </a:p>
        </p:txBody>
      </p:sp>
    </p:spTree>
    <p:extLst>
      <p:ext uri="{BB962C8B-B14F-4D97-AF65-F5344CB8AC3E}">
        <p14:creationId xmlns:p14="http://schemas.microsoft.com/office/powerpoint/2010/main" val="3143274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06412C-8576-A7C4-4E57-8A08C1E4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12F0B3C-739E-18AA-74D0-B0EF2AB374FB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EE22FB24-E811-8443-376A-ABFECCFCEC5C}"/>
              </a:ext>
            </a:extLst>
          </p:cNvPr>
          <p:cNvSpPr txBox="1">
            <a:spLocks/>
          </p:cNvSpPr>
          <p:nvPr/>
        </p:nvSpPr>
        <p:spPr>
          <a:xfrm>
            <a:off x="6618777" y="1640438"/>
            <a:ext cx="5102155" cy="9888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None/>
            </a:pPr>
            <a:r>
              <a:rPr lang="en-SG" sz="1400" b="1" u="sng" dirty="0"/>
              <a:t>Threshold Policy Sensitivity Analysis</a:t>
            </a:r>
            <a:endParaRPr lang="en-SG" sz="1400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SG" sz="1400" dirty="0"/>
              <a:t>This view is still useful for a threshold to inform churn/no-churn prediction for marketing campaign action.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62326B3-D18E-118B-8E25-D58CF810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F79AE-72CD-C467-41EF-A12EA709E8A4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9E705BA-F794-4AC3-AEE2-5263D2070EE5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961DA-3035-AD9E-B4BF-106AE319AFED}"/>
              </a:ext>
            </a:extLst>
          </p:cNvPr>
          <p:cNvSpPr txBox="1"/>
          <p:nvPr/>
        </p:nvSpPr>
        <p:spPr>
          <a:xfrm>
            <a:off x="6729913" y="2629327"/>
            <a:ext cx="4879885" cy="18158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SG" sz="1400" b="1" dirty="0"/>
              <a:t>Takeaway: </a:t>
            </a:r>
          </a:p>
          <a:p>
            <a:pPr algn="just"/>
            <a:r>
              <a:rPr lang="en-SG" sz="1400" b="1" dirty="0"/>
              <a:t>Threshold-based decisions </a:t>
            </a:r>
            <a:r>
              <a:rPr lang="en-SG" sz="1400" dirty="0"/>
              <a:t>involve trade-offs between reach (recall) and cost (precision). </a:t>
            </a:r>
            <a:r>
              <a:rPr lang="en-SG" sz="1400" b="1" dirty="0"/>
              <a:t>While 0.5 threshold provides a reasonable baseline, the optimal cutoff depends on campaign capacity.</a:t>
            </a:r>
          </a:p>
          <a:p>
            <a:pPr algn="just"/>
            <a:endParaRPr lang="en-SG" sz="1400" dirty="0"/>
          </a:p>
          <a:p>
            <a:pPr algn="just"/>
            <a:r>
              <a:rPr lang="en-SG" sz="1400" b="1" dirty="0"/>
              <a:t>Top-K% customers targeting policy</a:t>
            </a:r>
            <a:r>
              <a:rPr lang="en-SG" sz="1400" dirty="0"/>
              <a:t> may be preferred </a:t>
            </a:r>
            <a:r>
              <a:rPr lang="en-SG" sz="1400" b="1" dirty="0"/>
              <a:t>when marketing campaign size is fixed.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763A798-22FE-8176-94EB-19428AD3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02" y="1492008"/>
            <a:ext cx="5669441" cy="387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61F75D-57F3-BB53-9B28-CDD9EF7A3632}"/>
              </a:ext>
            </a:extLst>
          </p:cNvPr>
          <p:cNvCxnSpPr/>
          <p:nvPr/>
        </p:nvCxnSpPr>
        <p:spPr>
          <a:xfrm>
            <a:off x="739739" y="5712431"/>
            <a:ext cx="535626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946B384-2381-5E9E-9678-49CC3648A8EB}"/>
              </a:ext>
            </a:extLst>
          </p:cNvPr>
          <p:cNvSpPr txBox="1">
            <a:spLocks/>
          </p:cNvSpPr>
          <p:nvPr/>
        </p:nvSpPr>
        <p:spPr>
          <a:xfrm>
            <a:off x="582202" y="5807467"/>
            <a:ext cx="1746605" cy="9143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200" b="1" dirty="0"/>
              <a:t>Lower cutoff </a:t>
            </a:r>
            <a:r>
              <a:rPr lang="en-SG" sz="1200" dirty="0"/>
              <a:t>reach </a:t>
            </a:r>
            <a:r>
              <a:rPr lang="en-SG" sz="1200" b="1" dirty="0"/>
              <a:t>more potential churners</a:t>
            </a:r>
            <a:r>
              <a:rPr lang="en-SG" sz="1200" dirty="0"/>
              <a:t> but </a:t>
            </a:r>
            <a:r>
              <a:rPr lang="en-SG" sz="1200" b="1" dirty="0"/>
              <a:t>higher marketing budgets.</a:t>
            </a:r>
            <a:endParaRPr lang="en-SG" sz="1200" b="1" dirty="0">
              <a:solidFill>
                <a:schemeClr val="tx1"/>
              </a:solidFill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B09129D0-DF03-042B-A11A-CBBE87E62720}"/>
              </a:ext>
            </a:extLst>
          </p:cNvPr>
          <p:cNvSpPr txBox="1">
            <a:spLocks/>
          </p:cNvSpPr>
          <p:nvPr/>
        </p:nvSpPr>
        <p:spPr>
          <a:xfrm>
            <a:off x="4196996" y="5825866"/>
            <a:ext cx="2054647" cy="8959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G" sz="1200" b="1" dirty="0"/>
              <a:t>Higher cutoff </a:t>
            </a:r>
            <a:r>
              <a:rPr lang="en-SG" sz="1200" dirty="0"/>
              <a:t>concentrate </a:t>
            </a:r>
            <a:r>
              <a:rPr lang="en-SG" sz="1200" b="1" dirty="0"/>
              <a:t>lower marketing budgets </a:t>
            </a:r>
            <a:r>
              <a:rPr lang="en-SG" sz="1200" dirty="0"/>
              <a:t>on </a:t>
            </a:r>
            <a:r>
              <a:rPr lang="en-SG" sz="1200" b="1" dirty="0"/>
              <a:t>fewer potential churners.</a:t>
            </a:r>
            <a:endParaRPr lang="en-SG" sz="1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4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33F1F6-E6B0-E6C9-0DA4-5F09201A1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1DBA6CA-A857-D1CC-A6C2-95FA6920661D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C0CAD617-3E2B-5E40-024B-2DDF432FB824}"/>
              </a:ext>
            </a:extLst>
          </p:cNvPr>
          <p:cNvSpPr txBox="1">
            <a:spLocks/>
          </p:cNvSpPr>
          <p:nvPr/>
        </p:nvSpPr>
        <p:spPr>
          <a:xfrm>
            <a:off x="300527" y="1733329"/>
            <a:ext cx="4879885" cy="428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3" charset="2"/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Feature Importance</a:t>
            </a:r>
          </a:p>
          <a:p>
            <a:pPr marL="0" indent="0" algn="just">
              <a:lnSpc>
                <a:spcPct val="90000"/>
              </a:lnSpc>
              <a:buNone/>
            </a:pPr>
            <a:r>
              <a:rPr lang="en-SG" sz="1400" b="1" dirty="0">
                <a:solidFill>
                  <a:schemeClr val="tx1"/>
                </a:solidFill>
              </a:rPr>
              <a:t>Relevant Feature Groups </a:t>
            </a:r>
            <a:r>
              <a:rPr lang="en-SG" sz="1400" dirty="0"/>
              <a:t>—</a:t>
            </a:r>
            <a:r>
              <a:rPr lang="en-SG" sz="1400" b="1" dirty="0">
                <a:solidFill>
                  <a:schemeClr val="tx1"/>
                </a:solidFill>
              </a:rPr>
              <a:t> Churn Predictors Examples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Contract Types, Tenure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SG" sz="1400" i="1" dirty="0">
                <a:solidFill>
                  <a:schemeClr val="tx1"/>
                </a:solidFill>
              </a:rPr>
              <a:t>Higher Period (Higher Retention), Lower Period (Higher Churn Risk)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SG" sz="1400" i="1" dirty="0">
                <a:solidFill>
                  <a:schemeClr val="tx1"/>
                </a:solidFill>
              </a:rPr>
              <a:t>Example </a:t>
            </a:r>
            <a:r>
              <a:rPr lang="en-SG" sz="1400" dirty="0"/>
              <a:t>— </a:t>
            </a:r>
            <a:r>
              <a:rPr lang="en-SG" sz="1400" b="1" dirty="0"/>
              <a:t>Month-to-month Contract 15x churn vs Two-Year Contract</a:t>
            </a:r>
            <a:endParaRPr lang="en-SG" sz="1400" b="1" i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Internet Service Types (Product Mix) </a:t>
            </a:r>
            <a:r>
              <a:rPr lang="en-SG" sz="1400" dirty="0"/>
              <a:t>— </a:t>
            </a:r>
            <a:r>
              <a:rPr lang="en-SG" sz="1400" i="1" dirty="0">
                <a:solidFill>
                  <a:schemeClr val="tx1"/>
                </a:solidFill>
              </a:rPr>
              <a:t>DSL (Higher Retention), Fiber Optics (Higher Churn Risk)</a:t>
            </a:r>
            <a:endParaRPr lang="en-SG" sz="1400" b="1" dirty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SG" sz="1400" b="1" dirty="0">
                <a:solidFill>
                  <a:schemeClr val="tx1"/>
                </a:solidFill>
              </a:rPr>
              <a:t>Potential revenue loss</a:t>
            </a:r>
            <a:r>
              <a:rPr lang="en-SG" sz="1400" dirty="0">
                <a:solidFill>
                  <a:schemeClr val="tx1"/>
                </a:solidFill>
              </a:rPr>
              <a:t> from churn </a:t>
            </a:r>
            <a:r>
              <a:rPr lang="en-SG" sz="1400" dirty="0"/>
              <a:t>— </a:t>
            </a:r>
            <a:r>
              <a:rPr lang="en-SG" sz="1400" dirty="0">
                <a:solidFill>
                  <a:schemeClr val="tx1"/>
                </a:solidFill>
              </a:rPr>
              <a:t>help size </a:t>
            </a:r>
            <a:r>
              <a:rPr lang="en-SG" sz="1400" b="1" dirty="0">
                <a:solidFill>
                  <a:schemeClr val="tx1"/>
                </a:solidFill>
              </a:rPr>
              <a:t>value-at-risk</a:t>
            </a:r>
            <a:r>
              <a:rPr lang="en-SG" sz="1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F52FFF-40F8-DCA1-BB9D-392AFDD15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952" y="3308280"/>
            <a:ext cx="6559047" cy="3186392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7C48BBF-1F95-4A39-2740-750788D3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CBE671-59E9-C742-A02A-B0A86851A06A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D7B2CBC-465A-49AF-ED1B-A70A379AFC2E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23876-0D7E-7D19-7771-41C9851C72B3}"/>
              </a:ext>
            </a:extLst>
          </p:cNvPr>
          <p:cNvSpPr txBox="1"/>
          <p:nvPr/>
        </p:nvSpPr>
        <p:spPr>
          <a:xfrm>
            <a:off x="426371" y="4762718"/>
            <a:ext cx="4980311" cy="14711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SG" sz="1400" b="1" dirty="0"/>
              <a:t>Takeaway:</a:t>
            </a:r>
          </a:p>
          <a:p>
            <a:pPr algn="just">
              <a:lnSpc>
                <a:spcPct val="90000"/>
              </a:lnSpc>
            </a:pPr>
            <a:r>
              <a:rPr lang="en-SG" sz="1400" dirty="0"/>
              <a:t>These </a:t>
            </a:r>
            <a:r>
              <a:rPr lang="en-SG" sz="1400" b="1" dirty="0"/>
              <a:t>churn-risk patterns</a:t>
            </a:r>
            <a:r>
              <a:rPr lang="en-SG" sz="1400" dirty="0"/>
              <a:t> are </a:t>
            </a:r>
            <a:r>
              <a:rPr lang="en-SG" sz="1400" b="1" dirty="0"/>
              <a:t>useful for targeting and message design</a:t>
            </a:r>
            <a:r>
              <a:rPr lang="en-SG" sz="1400" dirty="0"/>
              <a:t>, but they </a:t>
            </a:r>
            <a:r>
              <a:rPr lang="en-SG" sz="1400" b="1" dirty="0"/>
              <a:t>should not be treated as causal proof.</a:t>
            </a:r>
          </a:p>
          <a:p>
            <a:pPr algn="just">
              <a:lnSpc>
                <a:spcPct val="90000"/>
              </a:lnSpc>
            </a:pPr>
            <a:endParaRPr lang="en-SG" sz="1400" b="1" dirty="0"/>
          </a:p>
          <a:p>
            <a:pPr algn="just">
              <a:lnSpc>
                <a:spcPct val="90000"/>
              </a:lnSpc>
            </a:pPr>
            <a:r>
              <a:rPr lang="en-SG" sz="1400" dirty="0"/>
              <a:t>In practice, </a:t>
            </a:r>
            <a:r>
              <a:rPr lang="en-SG" sz="1400" b="1" dirty="0"/>
              <a:t>customer value </a:t>
            </a:r>
            <a:r>
              <a:rPr lang="en-SG" sz="1400" dirty="0"/>
              <a:t>should also </a:t>
            </a:r>
            <a:r>
              <a:rPr lang="en-SG" sz="1400" b="1" dirty="0"/>
              <a:t>inform final targeting priorities.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8E0D77-453C-6774-6990-4E189FC7D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952" y="1506112"/>
            <a:ext cx="3387758" cy="177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6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5FEF6-EC5D-F18C-6DED-A197AB2ED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854570D2-C37E-4431-2FFC-BC336F4C9B91}"/>
              </a:ext>
            </a:extLst>
          </p:cNvPr>
          <p:cNvSpPr txBox="1">
            <a:spLocks/>
          </p:cNvSpPr>
          <p:nvPr/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SG" dirty="0"/>
              <a:t>Key Results &amp; Insights</a:t>
            </a:r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9C2FAF38-57D8-C11A-FAAA-4AC46F2DFF5E}"/>
              </a:ext>
            </a:extLst>
          </p:cNvPr>
          <p:cNvSpPr txBox="1">
            <a:spLocks/>
          </p:cNvSpPr>
          <p:nvPr/>
        </p:nvSpPr>
        <p:spPr>
          <a:xfrm>
            <a:off x="300527" y="1416949"/>
            <a:ext cx="4879885" cy="428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3" charset="2"/>
              <a:buNone/>
            </a:pPr>
            <a:r>
              <a:rPr lang="en-SG" sz="1400" b="1" u="sng" dirty="0">
                <a:solidFill>
                  <a:schemeClr val="tx1"/>
                </a:solidFill>
              </a:rPr>
              <a:t>Retention Target Segment Review</a:t>
            </a:r>
            <a:endParaRPr lang="en-SG" sz="1400" b="1" dirty="0">
              <a:solidFill>
                <a:schemeClr val="tx1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29299FA-45EE-F40E-6437-73B98541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CA73B-733F-1D27-F1B1-38FCFCD57BF7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2F6D263-C2F8-75A8-E03A-2E4D757858D3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83793-3269-FD71-845E-F8EEEABC428C}"/>
              </a:ext>
            </a:extLst>
          </p:cNvPr>
          <p:cNvSpPr txBox="1"/>
          <p:nvPr/>
        </p:nvSpPr>
        <p:spPr>
          <a:xfrm>
            <a:off x="329457" y="1717152"/>
            <a:ext cx="4911652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SG" sz="1400" b="1" dirty="0"/>
              <a:t>Takeaway:</a:t>
            </a:r>
          </a:p>
          <a:p>
            <a:pPr algn="just"/>
            <a:r>
              <a:rPr lang="en-SG" sz="1400" dirty="0"/>
              <a:t>This section turns the model results into a retention campaign analytics view.</a:t>
            </a:r>
          </a:p>
          <a:p>
            <a:pPr algn="just"/>
            <a:endParaRPr lang="en-SG" sz="1400" dirty="0"/>
          </a:p>
          <a:p>
            <a:pPr algn="just"/>
            <a:r>
              <a:rPr lang="en-SG" sz="1400" dirty="0"/>
              <a:t>The emphasis here is on reporting and actionability rather than model mechanics.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4E9FDF-EE76-7BE4-7E57-268A9A3D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623" y="1928410"/>
            <a:ext cx="6653800" cy="37719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5CEA65-930C-F02C-854C-4990DA8F5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47" y="3835743"/>
            <a:ext cx="3732443" cy="19353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DADC4CF-1F76-9035-65CF-657563775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98" y="6000561"/>
            <a:ext cx="8101942" cy="789663"/>
          </a:xfrm>
          <a:prstGeom prst="rect">
            <a:avLst/>
          </a:prstGeom>
        </p:spPr>
      </p:pic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0C919CA1-8FAF-5227-CF26-B28931C8F814}"/>
              </a:ext>
            </a:extLst>
          </p:cNvPr>
          <p:cNvSpPr txBox="1">
            <a:spLocks/>
          </p:cNvSpPr>
          <p:nvPr/>
        </p:nvSpPr>
        <p:spPr>
          <a:xfrm>
            <a:off x="5581489" y="1611104"/>
            <a:ext cx="4879885" cy="294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3" charset="2"/>
              <a:buNone/>
            </a:pPr>
            <a:r>
              <a:rPr lang="en-SG" sz="1400" i="1" u="sng" dirty="0">
                <a:solidFill>
                  <a:schemeClr val="tx1"/>
                </a:solidFill>
              </a:rPr>
              <a:t>Risk Band Summary (Test Slice)</a:t>
            </a:r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57CBEDB0-EFBB-2C2E-377C-82CAD9560F93}"/>
              </a:ext>
            </a:extLst>
          </p:cNvPr>
          <p:cNvSpPr txBox="1">
            <a:spLocks/>
          </p:cNvSpPr>
          <p:nvPr/>
        </p:nvSpPr>
        <p:spPr>
          <a:xfrm>
            <a:off x="531650" y="3558644"/>
            <a:ext cx="3732444" cy="294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90000"/>
              </a:lnSpc>
              <a:buFont typeface="Wingdings 3" charset="2"/>
              <a:buNone/>
            </a:pPr>
            <a:r>
              <a:rPr lang="en-SG" sz="1400" i="1" u="sng" dirty="0">
                <a:solidFill>
                  <a:schemeClr val="tx1"/>
                </a:solidFill>
              </a:rPr>
              <a:t>Target Segment (Top 20% of Test Slice)</a:t>
            </a:r>
          </a:p>
        </p:txBody>
      </p:sp>
    </p:spTree>
    <p:extLst>
      <p:ext uri="{BB962C8B-B14F-4D97-AF65-F5344CB8AC3E}">
        <p14:creationId xmlns:p14="http://schemas.microsoft.com/office/powerpoint/2010/main" val="1025285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1195-A16D-BF32-77D0-3758E920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3390-7544-6390-7EF1-3E23E419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How the system works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5F054CE-4589-99A3-366F-03EDC39494E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679895363"/>
              </p:ext>
            </p:extLst>
          </p:nvPr>
        </p:nvGraphicFramePr>
        <p:xfrm>
          <a:off x="1951445" y="1402723"/>
          <a:ext cx="6291853" cy="4956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EF8FA1B2-EC26-DDAF-CA12-160EEC51A6A5}"/>
              </a:ext>
            </a:extLst>
          </p:cNvPr>
          <p:cNvSpPr/>
          <p:nvPr/>
        </p:nvSpPr>
        <p:spPr>
          <a:xfrm>
            <a:off x="8476179" y="1500797"/>
            <a:ext cx="222610" cy="4858905"/>
          </a:xfrm>
          <a:prstGeom prst="downArrow">
            <a:avLst/>
          </a:prstGeom>
          <a:solidFill>
            <a:srgbClr val="A53010">
              <a:alpha val="7490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A5E4C-6363-09C1-EACB-81F1A20B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9BAC06C-3677-E500-3EAD-6CF2B375B483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59AE184-12F5-F3EB-AF08-E23F41435743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37018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4D2D-F996-181A-D2B2-8132326E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BF999-F601-3A98-DF96-76839A76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Trade-Offs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F22264-5774-5A82-FCEE-B9B6A35B44EE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07219437"/>
              </p:ext>
            </p:extLst>
          </p:nvPr>
        </p:nvGraphicFramePr>
        <p:xfrm>
          <a:off x="1458930" y="1397285"/>
          <a:ext cx="7428216" cy="4970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ED7B-68DA-A991-F186-43BC8931C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8042974-16AA-B1FA-D642-A4F2CEE9DC26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57EDC39-B533-F13F-5910-D52EE0E52540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2351221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B413-355C-5F28-BF5B-C0EA7222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9BF5-ED40-08C0-1A19-82C112E54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Key Recommendations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9101E7-22EF-7DA6-591A-F9EDD3E16E1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51097490"/>
              </p:ext>
            </p:extLst>
          </p:nvPr>
        </p:nvGraphicFramePr>
        <p:xfrm>
          <a:off x="1283957" y="1788865"/>
          <a:ext cx="7712782" cy="2855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3F6CD-02DE-7B68-6AB1-39B24F157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98789" y="6544638"/>
            <a:ext cx="1164404" cy="313362"/>
          </a:xfr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/>
          <a:lstStyle/>
          <a:p>
            <a:r>
              <a:rPr lang="en-SG" b="1" dirty="0">
                <a:solidFill>
                  <a:schemeClr val="bg1"/>
                </a:solidFill>
              </a:rPr>
              <a:t>Problem Framing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00AC071-D817-4D34-C669-67FC341EBC19}"/>
              </a:ext>
            </a:extLst>
          </p:cNvPr>
          <p:cNvSpPr txBox="1">
            <a:spLocks/>
          </p:cNvSpPr>
          <p:nvPr/>
        </p:nvSpPr>
        <p:spPr>
          <a:xfrm>
            <a:off x="9863192" y="6544638"/>
            <a:ext cx="1164404" cy="313362"/>
          </a:xfrm>
          <a:prstGeom prst="rect">
            <a:avLst/>
          </a:prstGeom>
          <a:solidFill>
            <a:srgbClr val="A53010">
              <a:alpha val="50196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Key Results &amp; Insights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E33D093-FE47-F0CB-C37A-B2DD977CD9AD}"/>
              </a:ext>
            </a:extLst>
          </p:cNvPr>
          <p:cNvSpPr txBox="1">
            <a:spLocks/>
          </p:cNvSpPr>
          <p:nvPr/>
        </p:nvSpPr>
        <p:spPr>
          <a:xfrm>
            <a:off x="11027596" y="6544638"/>
            <a:ext cx="1164404" cy="313362"/>
          </a:xfrm>
          <a:prstGeom prst="rect">
            <a:avLst/>
          </a:prstGeom>
          <a:solidFill>
            <a:srgbClr val="A53010">
              <a:alpha val="74902"/>
            </a:srgb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b="1" dirty="0">
                <a:solidFill>
                  <a:schemeClr val="bg1"/>
                </a:solidFill>
              </a:rPr>
              <a:t>Systems &amp; Decisions</a:t>
            </a:r>
          </a:p>
        </p:txBody>
      </p:sp>
    </p:spTree>
    <p:extLst>
      <p:ext uri="{BB962C8B-B14F-4D97-AF65-F5344CB8AC3E}">
        <p14:creationId xmlns:p14="http://schemas.microsoft.com/office/powerpoint/2010/main" val="360105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2928-398E-E38F-B74C-02DEC329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DBBB4-A2C7-84A1-488B-E3ED0B8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Appendix - Glossary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7CA10-4255-0275-0358-230F477DE4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SG" b="1" dirty="0"/>
              <a:t>Top-K% targeting</a:t>
            </a:r>
            <a:r>
              <a:rPr lang="en-SG" dirty="0"/>
              <a:t>: contacting only the highest-risk segment, such as the top 10% or 20% of customers.</a:t>
            </a:r>
          </a:p>
          <a:p>
            <a:r>
              <a:rPr lang="en-SG" b="1" dirty="0"/>
              <a:t>Ranking metric</a:t>
            </a:r>
            <a:r>
              <a:rPr lang="en-SG" dirty="0"/>
              <a:t>: a metric that checks whether the riskiest customers appear near the top of the list.</a:t>
            </a:r>
          </a:p>
          <a:p>
            <a:r>
              <a:rPr lang="en-SG" b="1" dirty="0"/>
              <a:t>Threshold</a:t>
            </a:r>
            <a:r>
              <a:rPr lang="en-SG" dirty="0"/>
              <a:t>: a cutoff used to convert a predicted probability into a yes/no classification.</a:t>
            </a:r>
          </a:p>
          <a:p>
            <a:r>
              <a:rPr lang="en-SG" b="1" dirty="0"/>
              <a:t>Churn probability</a:t>
            </a:r>
            <a:r>
              <a:rPr lang="en-SG" dirty="0"/>
              <a:t>: the model’s estimated likelihood that a customer will leave.</a:t>
            </a:r>
          </a:p>
        </p:txBody>
      </p:sp>
    </p:spTree>
    <p:extLst>
      <p:ext uri="{BB962C8B-B14F-4D97-AF65-F5344CB8AC3E}">
        <p14:creationId xmlns:p14="http://schemas.microsoft.com/office/powerpoint/2010/main" val="381414611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406</TotalTime>
  <Words>1119</Words>
  <Application>Microsoft Office PowerPoint</Application>
  <PresentationFormat>Widescreen</PresentationFormat>
  <Paragraphs>149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Gothic</vt:lpstr>
      <vt:lpstr>Wingdings</vt:lpstr>
      <vt:lpstr>Wingdings 3</vt:lpstr>
      <vt:lpstr>Wisp</vt:lpstr>
      <vt:lpstr>Churn Prediction:  Ranking‑First Retention Strategy</vt:lpstr>
      <vt:lpstr>Business &amp; Dataset Context</vt:lpstr>
      <vt:lpstr>Problem Framing &amp; Hypothesis</vt:lpstr>
      <vt:lpstr>Metric &amp; Validation</vt:lpstr>
      <vt:lpstr>Modeling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the system works</vt:lpstr>
      <vt:lpstr>Key Trade-Offs</vt:lpstr>
      <vt:lpstr>Key Recommendations</vt:lpstr>
      <vt:lpstr>Appendix - Glossary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Tan</dc:creator>
  <cp:lastModifiedBy>Humphrey Tan</cp:lastModifiedBy>
  <cp:revision>228</cp:revision>
  <dcterms:created xsi:type="dcterms:W3CDTF">2026-03-25T06:59:36Z</dcterms:created>
  <dcterms:modified xsi:type="dcterms:W3CDTF">2026-03-31T03:05:19Z</dcterms:modified>
</cp:coreProperties>
</file>